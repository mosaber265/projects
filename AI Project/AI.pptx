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5" r:id="rId13"/>
    <p:sldId id="272" r:id="rId14"/>
    <p:sldId id="27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F64CEC-AB85-4AA3-AF69-3799BCCD930D}" v="511" dt="2025-05-20T00:55:03.4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ras Keshta" userId="7572a451d58265e9" providerId="LiveId" clId="{5EF64CEC-AB85-4AA3-AF69-3799BCCD930D}"/>
    <pc:docChg chg="undo redo custSel addSld delSld modSld addMainMaster delMainMaster">
      <pc:chgData name="Firas Keshta" userId="7572a451d58265e9" providerId="LiveId" clId="{5EF64CEC-AB85-4AA3-AF69-3799BCCD930D}" dt="2025-05-20T00:55:03.450" v="2101"/>
      <pc:docMkLst>
        <pc:docMk/>
      </pc:docMkLst>
      <pc:sldChg chg="addSp delSp modSp new mod modTransition setBg modClrScheme addAnim delAnim chgLayout">
        <pc:chgData name="Firas Keshta" userId="7572a451d58265e9" providerId="LiveId" clId="{5EF64CEC-AB85-4AA3-AF69-3799BCCD930D}" dt="2025-05-19T21:54:21.237" v="545"/>
        <pc:sldMkLst>
          <pc:docMk/>
          <pc:sldMk cId="1511027453" sldId="256"/>
        </pc:sldMkLst>
        <pc:spChg chg="mod">
          <ac:chgData name="Firas Keshta" userId="7572a451d58265e9" providerId="LiveId" clId="{5EF64CEC-AB85-4AA3-AF69-3799BCCD930D}" dt="2025-05-19T21:12:49.060" v="160" actId="26606"/>
          <ac:spMkLst>
            <pc:docMk/>
            <pc:sldMk cId="1511027453" sldId="256"/>
            <ac:spMk id="2" creationId="{736DF686-07C8-C931-F432-761E8451AA3B}"/>
          </ac:spMkLst>
        </pc:spChg>
        <pc:spChg chg="mod">
          <ac:chgData name="Firas Keshta" userId="7572a451d58265e9" providerId="LiveId" clId="{5EF64CEC-AB85-4AA3-AF69-3799BCCD930D}" dt="2025-05-19T21:16:18.763" v="250" actId="1076"/>
          <ac:spMkLst>
            <pc:docMk/>
            <pc:sldMk cId="1511027453" sldId="256"/>
            <ac:spMk id="3" creationId="{F03BFA1D-4B9B-0F04-0841-B62A8CE1BEF3}"/>
          </ac:spMkLst>
        </pc:spChg>
        <pc:spChg chg="add mod">
          <ac:chgData name="Firas Keshta" userId="7572a451d58265e9" providerId="LiveId" clId="{5EF64CEC-AB85-4AA3-AF69-3799BCCD930D}" dt="2025-05-19T21:16:23.464" v="251" actId="1076"/>
          <ac:spMkLst>
            <pc:docMk/>
            <pc:sldMk cId="1511027453" sldId="256"/>
            <ac:spMk id="7" creationId="{CC9BACED-7CA7-AE31-6677-F4A8384C02CF}"/>
          </ac:spMkLst>
        </pc:spChg>
        <pc:spChg chg="add del">
          <ac:chgData name="Firas Keshta" userId="7572a451d58265e9" providerId="LiveId" clId="{5EF64CEC-AB85-4AA3-AF69-3799BCCD930D}" dt="2025-05-19T21:12:40.805" v="156" actId="26606"/>
          <ac:spMkLst>
            <pc:docMk/>
            <pc:sldMk cId="1511027453" sldId="256"/>
            <ac:spMk id="8" creationId="{5EF08599-3FED-4288-A20D-E7BCAC3B8E26}"/>
          </ac:spMkLst>
        </pc:spChg>
        <pc:spChg chg="add del">
          <ac:chgData name="Firas Keshta" userId="7572a451d58265e9" providerId="LiveId" clId="{5EF64CEC-AB85-4AA3-AF69-3799BCCD930D}" dt="2025-05-19T21:07:59.803" v="3" actId="26606"/>
          <ac:spMkLst>
            <pc:docMk/>
            <pc:sldMk cId="1511027453" sldId="256"/>
            <ac:spMk id="9" creationId="{CD18051F-0BA4-4C80-832C-1845011B9CAF}"/>
          </ac:spMkLst>
        </pc:spChg>
        <pc:spChg chg="add del">
          <ac:chgData name="Firas Keshta" userId="7572a451d58265e9" providerId="LiveId" clId="{5EF64CEC-AB85-4AA3-AF69-3799BCCD930D}" dt="2025-05-19T21:12:40.805" v="156" actId="26606"/>
          <ac:spMkLst>
            <pc:docMk/>
            <pc:sldMk cId="1511027453" sldId="256"/>
            <ac:spMk id="10" creationId="{C884A6B2-90E9-4BDB-8503-71AC02D3956A}"/>
          </ac:spMkLst>
        </pc:spChg>
        <pc:spChg chg="add del">
          <ac:chgData name="Firas Keshta" userId="7572a451d58265e9" providerId="LiveId" clId="{5EF64CEC-AB85-4AA3-AF69-3799BCCD930D}" dt="2025-05-19T21:07:59.803" v="3" actId="26606"/>
          <ac:spMkLst>
            <pc:docMk/>
            <pc:sldMk cId="1511027453" sldId="256"/>
            <ac:spMk id="11" creationId="{13F26D5C-77E9-4A8D-95F0-1635BAD12650}"/>
          </ac:spMkLst>
        </pc:spChg>
        <pc:grpChg chg="add del">
          <ac:chgData name="Firas Keshta" userId="7572a451d58265e9" providerId="LiveId" clId="{5EF64CEC-AB85-4AA3-AF69-3799BCCD930D}" dt="2025-05-19T21:12:40.805" v="156" actId="26606"/>
          <ac:grpSpMkLst>
            <pc:docMk/>
            <pc:sldMk cId="1511027453" sldId="256"/>
            <ac:grpSpMk id="12" creationId="{E9046BC8-D404-4E7D-9202-A07F3FDD3823}"/>
          </ac:grpSpMkLst>
        </pc:grpChg>
        <pc:picChg chg="add del">
          <ac:chgData name="Firas Keshta" userId="7572a451d58265e9" providerId="LiveId" clId="{5EF64CEC-AB85-4AA3-AF69-3799BCCD930D}" dt="2025-05-19T21:07:59.803" v="3" actId="26606"/>
          <ac:picMkLst>
            <pc:docMk/>
            <pc:sldMk cId="1511027453" sldId="256"/>
            <ac:picMk id="4" creationId="{AFFBE004-EA42-F9C3-87FF-3FB3626E2A5B}"/>
          </ac:picMkLst>
        </pc:picChg>
        <pc:picChg chg="add mod ord">
          <ac:chgData name="Firas Keshta" userId="7572a451d58265e9" providerId="LiveId" clId="{5EF64CEC-AB85-4AA3-AF69-3799BCCD930D}" dt="2025-05-19T21:12:56.503" v="161" actId="1076"/>
          <ac:picMkLst>
            <pc:docMk/>
            <pc:sldMk cId="1511027453" sldId="256"/>
            <ac:picMk id="6" creationId="{5144B377-D4D0-96A0-2CC2-1E00034BCCC2}"/>
          </ac:picMkLst>
        </pc:picChg>
        <pc:cxnChg chg="add del">
          <ac:chgData name="Firas Keshta" userId="7572a451d58265e9" providerId="LiveId" clId="{5EF64CEC-AB85-4AA3-AF69-3799BCCD930D}" dt="2025-05-19T21:07:59.803" v="3" actId="26606"/>
          <ac:cxnSpMkLst>
            <pc:docMk/>
            <pc:sldMk cId="1511027453" sldId="256"/>
            <ac:cxnSpMk id="13" creationId="{0632DC5A-0728-490F-8655-6B437782704C}"/>
          </ac:cxnSpMkLst>
        </pc:cxnChg>
        <pc:cxnChg chg="add del">
          <ac:chgData name="Firas Keshta" userId="7572a451d58265e9" providerId="LiveId" clId="{5EF64CEC-AB85-4AA3-AF69-3799BCCD930D}" dt="2025-05-19T21:07:59.803" v="3" actId="26606"/>
          <ac:cxnSpMkLst>
            <pc:docMk/>
            <pc:sldMk cId="1511027453" sldId="256"/>
            <ac:cxnSpMk id="15" creationId="{28BB1F6D-CF9C-422D-9324-C46415BB9D7D}"/>
          </ac:cxnSpMkLst>
        </pc:cxnChg>
      </pc:sldChg>
      <pc:sldChg chg="addSp delSp modSp new mod modTransition modAnim">
        <pc:chgData name="Firas Keshta" userId="7572a451d58265e9" providerId="LiveId" clId="{5EF64CEC-AB85-4AA3-AF69-3799BCCD930D}" dt="2025-05-19T22:00:23.349" v="568" actId="1076"/>
        <pc:sldMkLst>
          <pc:docMk/>
          <pc:sldMk cId="4082418617" sldId="257"/>
        </pc:sldMkLst>
        <pc:spChg chg="add del mod">
          <ac:chgData name="Firas Keshta" userId="7572a451d58265e9" providerId="LiveId" clId="{5EF64CEC-AB85-4AA3-AF69-3799BCCD930D}" dt="2025-05-19T21:15:03.996" v="206" actId="21"/>
          <ac:spMkLst>
            <pc:docMk/>
            <pc:sldMk cId="4082418617" sldId="257"/>
            <ac:spMk id="2" creationId="{72999BC3-CB80-CE56-5FDB-57D3BD8277A1}"/>
          </ac:spMkLst>
        </pc:spChg>
        <pc:spChg chg="add mod">
          <ac:chgData name="Firas Keshta" userId="7572a451d58265e9" providerId="LiveId" clId="{5EF64CEC-AB85-4AA3-AF69-3799BCCD930D}" dt="2025-05-19T21:37:32.256" v="358"/>
          <ac:spMkLst>
            <pc:docMk/>
            <pc:sldMk cId="4082418617" sldId="257"/>
            <ac:spMk id="3" creationId="{27CD583A-524A-EF19-AB17-BFB2641E14FF}"/>
          </ac:spMkLst>
        </pc:spChg>
        <pc:spChg chg="add del mod">
          <ac:chgData name="Firas Keshta" userId="7572a451d58265e9" providerId="LiveId" clId="{5EF64CEC-AB85-4AA3-AF69-3799BCCD930D}" dt="2025-05-19T21:35:42.626" v="322" actId="21"/>
          <ac:spMkLst>
            <pc:docMk/>
            <pc:sldMk cId="4082418617" sldId="257"/>
            <ac:spMk id="4" creationId="{60C68491-BFC5-3DEE-27FB-F8FA986B88CF}"/>
          </ac:spMkLst>
        </pc:spChg>
        <pc:spChg chg="add del mod">
          <ac:chgData name="Firas Keshta" userId="7572a451d58265e9" providerId="LiveId" clId="{5EF64CEC-AB85-4AA3-AF69-3799BCCD930D}" dt="2025-05-19T21:35:39.713" v="321" actId="21"/>
          <ac:spMkLst>
            <pc:docMk/>
            <pc:sldMk cId="4082418617" sldId="257"/>
            <ac:spMk id="5" creationId="{F5E9B161-703F-351D-45F9-7DB545123F8D}"/>
          </ac:spMkLst>
        </pc:spChg>
        <pc:spChg chg="add del mod">
          <ac:chgData name="Firas Keshta" userId="7572a451d58265e9" providerId="LiveId" clId="{5EF64CEC-AB85-4AA3-AF69-3799BCCD930D}" dt="2025-05-19T21:35:36.118" v="320" actId="21"/>
          <ac:spMkLst>
            <pc:docMk/>
            <pc:sldMk cId="4082418617" sldId="257"/>
            <ac:spMk id="6" creationId="{726A3538-86A6-6720-FB5F-02F551AFD5A7}"/>
          </ac:spMkLst>
        </pc:spChg>
        <pc:spChg chg="add del mod">
          <ac:chgData name="Firas Keshta" userId="7572a451d58265e9" providerId="LiveId" clId="{5EF64CEC-AB85-4AA3-AF69-3799BCCD930D}" dt="2025-05-19T21:35:36.118" v="320" actId="21"/>
          <ac:spMkLst>
            <pc:docMk/>
            <pc:sldMk cId="4082418617" sldId="257"/>
            <ac:spMk id="7" creationId="{6ED8B538-AB09-2CA4-318D-554F1D5F65A6}"/>
          </ac:spMkLst>
        </pc:spChg>
        <pc:spChg chg="add del mod">
          <ac:chgData name="Firas Keshta" userId="7572a451d58265e9" providerId="LiveId" clId="{5EF64CEC-AB85-4AA3-AF69-3799BCCD930D}" dt="2025-05-19T21:35:36.118" v="320" actId="21"/>
          <ac:spMkLst>
            <pc:docMk/>
            <pc:sldMk cId="4082418617" sldId="257"/>
            <ac:spMk id="8" creationId="{FE6301EC-5879-1703-8E99-47FFF957626A}"/>
          </ac:spMkLst>
        </pc:spChg>
        <pc:spChg chg="add del mod">
          <ac:chgData name="Firas Keshta" userId="7572a451d58265e9" providerId="LiveId" clId="{5EF64CEC-AB85-4AA3-AF69-3799BCCD930D}" dt="2025-05-19T21:54:05.571" v="543" actId="21"/>
          <ac:spMkLst>
            <pc:docMk/>
            <pc:sldMk cId="4082418617" sldId="257"/>
            <ac:spMk id="9" creationId="{7C97BFDE-A4BE-160E-E617-6BAB013F7A37}"/>
          </ac:spMkLst>
        </pc:spChg>
        <pc:spChg chg="add del">
          <ac:chgData name="Firas Keshta" userId="7572a451d58265e9" providerId="LiveId" clId="{5EF64CEC-AB85-4AA3-AF69-3799BCCD930D}" dt="2025-05-19T21:34:17.408" v="291" actId="22"/>
          <ac:spMkLst>
            <pc:docMk/>
            <pc:sldMk cId="4082418617" sldId="257"/>
            <ac:spMk id="11" creationId="{16F7A169-1DED-1EAA-E63E-091A5FB783A0}"/>
          </ac:spMkLst>
        </pc:spChg>
        <pc:spChg chg="add del mod">
          <ac:chgData name="Firas Keshta" userId="7572a451d58265e9" providerId="LiveId" clId="{5EF64CEC-AB85-4AA3-AF69-3799BCCD930D}" dt="2025-05-19T21:35:11.818" v="309" actId="22"/>
          <ac:spMkLst>
            <pc:docMk/>
            <pc:sldMk cId="4082418617" sldId="257"/>
            <ac:spMk id="13" creationId="{FB08620D-B5BD-8AFD-9B59-3FED73D5CBBB}"/>
          </ac:spMkLst>
        </pc:spChg>
        <pc:spChg chg="add del">
          <ac:chgData name="Firas Keshta" userId="7572a451d58265e9" providerId="LiveId" clId="{5EF64CEC-AB85-4AA3-AF69-3799BCCD930D}" dt="2025-05-19T21:34:37.521" v="296" actId="22"/>
          <ac:spMkLst>
            <pc:docMk/>
            <pc:sldMk cId="4082418617" sldId="257"/>
            <ac:spMk id="15" creationId="{5A9D0ED8-8C99-4F2E-FA6F-7B1D7B1D6DF0}"/>
          </ac:spMkLst>
        </pc:spChg>
        <pc:spChg chg="add del">
          <ac:chgData name="Firas Keshta" userId="7572a451d58265e9" providerId="LiveId" clId="{5EF64CEC-AB85-4AA3-AF69-3799BCCD930D}" dt="2025-05-19T21:35:10.377" v="306" actId="22"/>
          <ac:spMkLst>
            <pc:docMk/>
            <pc:sldMk cId="4082418617" sldId="257"/>
            <ac:spMk id="17" creationId="{14CD4641-17D3-9985-5DFE-46CEDB6EEB77}"/>
          </ac:spMkLst>
        </pc:spChg>
        <pc:spChg chg="add mod">
          <ac:chgData name="Firas Keshta" userId="7572a451d58265e9" providerId="LiveId" clId="{5EF64CEC-AB85-4AA3-AF69-3799BCCD930D}" dt="2025-05-19T21:36:36.583" v="337" actId="1076"/>
          <ac:spMkLst>
            <pc:docMk/>
            <pc:sldMk cId="4082418617" sldId="257"/>
            <ac:spMk id="18" creationId="{75EEDE61-9FB8-1258-2A9B-E14E8FA290E4}"/>
          </ac:spMkLst>
        </pc:spChg>
        <pc:spChg chg="add mod">
          <ac:chgData name="Firas Keshta" userId="7572a451d58265e9" providerId="LiveId" clId="{5EF64CEC-AB85-4AA3-AF69-3799BCCD930D}" dt="2025-05-19T21:53:40.700" v="538" actId="1076"/>
          <ac:spMkLst>
            <pc:docMk/>
            <pc:sldMk cId="4082418617" sldId="257"/>
            <ac:spMk id="19" creationId="{175116A9-6064-E96A-8FA7-807A4D64C03C}"/>
          </ac:spMkLst>
        </pc:spChg>
        <pc:spChg chg="add mod">
          <ac:chgData name="Firas Keshta" userId="7572a451d58265e9" providerId="LiveId" clId="{5EF64CEC-AB85-4AA3-AF69-3799BCCD930D}" dt="2025-05-19T21:53:40.700" v="538" actId="1076"/>
          <ac:spMkLst>
            <pc:docMk/>
            <pc:sldMk cId="4082418617" sldId="257"/>
            <ac:spMk id="20" creationId="{445E7C2F-2E8B-09A6-4BF6-1C7444A666ED}"/>
          </ac:spMkLst>
        </pc:spChg>
        <pc:spChg chg="add mod">
          <ac:chgData name="Firas Keshta" userId="7572a451d58265e9" providerId="LiveId" clId="{5EF64CEC-AB85-4AA3-AF69-3799BCCD930D}" dt="2025-05-19T21:36:36.583" v="337" actId="1076"/>
          <ac:spMkLst>
            <pc:docMk/>
            <pc:sldMk cId="4082418617" sldId="257"/>
            <ac:spMk id="21" creationId="{0D230325-8050-D6A0-47B4-E672D336E03E}"/>
          </ac:spMkLst>
        </pc:spChg>
        <pc:spChg chg="add mod">
          <ac:chgData name="Firas Keshta" userId="7572a451d58265e9" providerId="LiveId" clId="{5EF64CEC-AB85-4AA3-AF69-3799BCCD930D}" dt="2025-05-19T21:53:40.700" v="538" actId="1076"/>
          <ac:spMkLst>
            <pc:docMk/>
            <pc:sldMk cId="4082418617" sldId="257"/>
            <ac:spMk id="22" creationId="{6729426A-B1A2-54E6-5DCD-91CF9E0BCCB9}"/>
          </ac:spMkLst>
        </pc:spChg>
        <pc:spChg chg="add del mod">
          <ac:chgData name="Firas Keshta" userId="7572a451d58265e9" providerId="LiveId" clId="{5EF64CEC-AB85-4AA3-AF69-3799BCCD930D}" dt="2025-05-19T21:53:40.700" v="538" actId="1076"/>
          <ac:spMkLst>
            <pc:docMk/>
            <pc:sldMk cId="4082418617" sldId="257"/>
            <ac:spMk id="23" creationId="{A7767AD5-56E3-5BDF-F785-B581C425F4B9}"/>
          </ac:spMkLst>
        </pc:spChg>
        <pc:spChg chg="add mod">
          <ac:chgData name="Firas Keshta" userId="7572a451d58265e9" providerId="LiveId" clId="{5EF64CEC-AB85-4AA3-AF69-3799BCCD930D}" dt="2025-05-19T21:38:43.812" v="385" actId="113"/>
          <ac:spMkLst>
            <pc:docMk/>
            <pc:sldMk cId="4082418617" sldId="257"/>
            <ac:spMk id="25" creationId="{4DD807B6-5032-DFFB-BF51-7FB606E29FCC}"/>
          </ac:spMkLst>
        </pc:spChg>
        <pc:spChg chg="add mod">
          <ac:chgData name="Firas Keshta" userId="7572a451d58265e9" providerId="LiveId" clId="{5EF64CEC-AB85-4AA3-AF69-3799BCCD930D}" dt="2025-05-19T21:53:40.700" v="538" actId="1076"/>
          <ac:spMkLst>
            <pc:docMk/>
            <pc:sldMk cId="4082418617" sldId="257"/>
            <ac:spMk id="27" creationId="{93003875-0F99-69B5-723C-90E7F63A126C}"/>
          </ac:spMkLst>
        </pc:spChg>
        <pc:spChg chg="add mod">
          <ac:chgData name="Firas Keshta" userId="7572a451d58265e9" providerId="LiveId" clId="{5EF64CEC-AB85-4AA3-AF69-3799BCCD930D}" dt="2025-05-19T21:40:08.190" v="415" actId="1076"/>
          <ac:spMkLst>
            <pc:docMk/>
            <pc:sldMk cId="4082418617" sldId="257"/>
            <ac:spMk id="29" creationId="{8D6EDE2C-DBDD-75B4-6373-A9D71C2B3F67}"/>
          </ac:spMkLst>
        </pc:spChg>
        <pc:spChg chg="add del">
          <ac:chgData name="Firas Keshta" userId="7572a451d58265e9" providerId="LiveId" clId="{5EF64CEC-AB85-4AA3-AF69-3799BCCD930D}" dt="2025-05-19T21:40:22.143" v="417" actId="22"/>
          <ac:spMkLst>
            <pc:docMk/>
            <pc:sldMk cId="4082418617" sldId="257"/>
            <ac:spMk id="31" creationId="{F533AF39-F6FB-7828-4CF8-5EB1530916C2}"/>
          </ac:spMkLst>
        </pc:spChg>
        <pc:spChg chg="add mod">
          <ac:chgData name="Firas Keshta" userId="7572a451d58265e9" providerId="LiveId" clId="{5EF64CEC-AB85-4AA3-AF69-3799BCCD930D}" dt="2025-05-19T21:53:40.700" v="538" actId="1076"/>
          <ac:spMkLst>
            <pc:docMk/>
            <pc:sldMk cId="4082418617" sldId="257"/>
            <ac:spMk id="33" creationId="{BC3CF980-85A7-5DD5-8ECC-463815D4F460}"/>
          </ac:spMkLst>
        </pc:spChg>
        <pc:spChg chg="add mod">
          <ac:chgData name="Firas Keshta" userId="7572a451d58265e9" providerId="LiveId" clId="{5EF64CEC-AB85-4AA3-AF69-3799BCCD930D}" dt="2025-05-19T22:00:23.349" v="568" actId="1076"/>
          <ac:spMkLst>
            <pc:docMk/>
            <pc:sldMk cId="4082418617" sldId="257"/>
            <ac:spMk id="35" creationId="{B96F5D34-111D-9200-9C67-91E18B743F25}"/>
          </ac:spMkLst>
        </pc:spChg>
        <pc:spChg chg="add mod">
          <ac:chgData name="Firas Keshta" userId="7572a451d58265e9" providerId="LiveId" clId="{5EF64CEC-AB85-4AA3-AF69-3799BCCD930D}" dt="2025-05-19T21:53:40.700" v="538" actId="1076"/>
          <ac:spMkLst>
            <pc:docMk/>
            <pc:sldMk cId="4082418617" sldId="257"/>
            <ac:spMk id="37" creationId="{ED6B9CBB-75F3-11EF-B2E7-1CBA6C21455E}"/>
          </ac:spMkLst>
        </pc:spChg>
        <pc:spChg chg="add mod">
          <ac:chgData name="Firas Keshta" userId="7572a451d58265e9" providerId="LiveId" clId="{5EF64CEC-AB85-4AA3-AF69-3799BCCD930D}" dt="2025-05-19T21:53:50.348" v="542" actId="1076"/>
          <ac:spMkLst>
            <pc:docMk/>
            <pc:sldMk cId="4082418617" sldId="257"/>
            <ac:spMk id="38" creationId="{8B83D640-8C2B-DA72-8C2E-EF9D24D31486}"/>
          </ac:spMkLst>
        </pc:spChg>
        <pc:spChg chg="add mod">
          <ac:chgData name="Firas Keshta" userId="7572a451d58265e9" providerId="LiveId" clId="{5EF64CEC-AB85-4AA3-AF69-3799BCCD930D}" dt="2025-05-19T21:53:40.700" v="538" actId="1076"/>
          <ac:spMkLst>
            <pc:docMk/>
            <pc:sldMk cId="4082418617" sldId="257"/>
            <ac:spMk id="39" creationId="{3763D142-96F3-FA07-090B-F94637C173D2}"/>
          </ac:spMkLst>
        </pc:spChg>
        <pc:spChg chg="add mod">
          <ac:chgData name="Firas Keshta" userId="7572a451d58265e9" providerId="LiveId" clId="{5EF64CEC-AB85-4AA3-AF69-3799BCCD930D}" dt="2025-05-19T21:44:24.440" v="477" actId="688"/>
          <ac:spMkLst>
            <pc:docMk/>
            <pc:sldMk cId="4082418617" sldId="257"/>
            <ac:spMk id="40" creationId="{83331BB1-EDF8-F85D-8B90-FD1D681A2580}"/>
          </ac:spMkLst>
        </pc:spChg>
        <pc:spChg chg="add mod">
          <ac:chgData name="Firas Keshta" userId="7572a451d58265e9" providerId="LiveId" clId="{5EF64CEC-AB85-4AA3-AF69-3799BCCD930D}" dt="2025-05-19T21:44:31.121" v="481" actId="1076"/>
          <ac:spMkLst>
            <pc:docMk/>
            <pc:sldMk cId="4082418617" sldId="257"/>
            <ac:spMk id="41" creationId="{7A7D52EB-D217-9B46-B763-A3597CDD1CC1}"/>
          </ac:spMkLst>
        </pc:spChg>
        <pc:spChg chg="add mod">
          <ac:chgData name="Firas Keshta" userId="7572a451d58265e9" providerId="LiveId" clId="{5EF64CEC-AB85-4AA3-AF69-3799BCCD930D}" dt="2025-05-19T21:44:28.401" v="480" actId="1076"/>
          <ac:spMkLst>
            <pc:docMk/>
            <pc:sldMk cId="4082418617" sldId="257"/>
            <ac:spMk id="42" creationId="{2027AFC9-F0B5-29E9-BD72-9504E1DB8B42}"/>
          </ac:spMkLst>
        </pc:spChg>
        <pc:spChg chg="add mod">
          <ac:chgData name="Firas Keshta" userId="7572a451d58265e9" providerId="LiveId" clId="{5EF64CEC-AB85-4AA3-AF69-3799BCCD930D}" dt="2025-05-19T21:53:40.700" v="538" actId="1076"/>
          <ac:spMkLst>
            <pc:docMk/>
            <pc:sldMk cId="4082418617" sldId="257"/>
            <ac:spMk id="43" creationId="{C8E8348E-8CB5-FBFD-8BE6-13E2FCB8AB65}"/>
          </ac:spMkLst>
        </pc:spChg>
        <pc:picChg chg="add del mod">
          <ac:chgData name="Firas Keshta" userId="7572a451d58265e9" providerId="LiveId" clId="{5EF64CEC-AB85-4AA3-AF69-3799BCCD930D}" dt="2025-05-19T21:52:42.581" v="530" actId="21"/>
          <ac:picMkLst>
            <pc:docMk/>
            <pc:sldMk cId="4082418617" sldId="257"/>
            <ac:picMk id="45" creationId="{24ADC1C1-6AD9-397A-2DAE-8D7D30731BE0}"/>
          </ac:picMkLst>
        </pc:picChg>
        <pc:picChg chg="add mod">
          <ac:chgData name="Firas Keshta" userId="7572a451d58265e9" providerId="LiveId" clId="{5EF64CEC-AB85-4AA3-AF69-3799BCCD930D}" dt="2025-05-19T21:52:09.957" v="524" actId="14100"/>
          <ac:picMkLst>
            <pc:docMk/>
            <pc:sldMk cId="4082418617" sldId="257"/>
            <ac:picMk id="47" creationId="{ADD1D12C-C5A7-1867-75E1-4A7926314112}"/>
          </ac:picMkLst>
        </pc:picChg>
        <pc:picChg chg="add mod">
          <ac:chgData name="Firas Keshta" userId="7572a451d58265e9" providerId="LiveId" clId="{5EF64CEC-AB85-4AA3-AF69-3799BCCD930D}" dt="2025-05-19T21:52:17.137" v="527" actId="1076"/>
          <ac:picMkLst>
            <pc:docMk/>
            <pc:sldMk cId="4082418617" sldId="257"/>
            <ac:picMk id="49" creationId="{CF4BAB21-5F65-1273-6DAA-1E359E993E22}"/>
          </ac:picMkLst>
        </pc:picChg>
        <pc:picChg chg="add mod">
          <ac:chgData name="Firas Keshta" userId="7572a451d58265e9" providerId="LiveId" clId="{5EF64CEC-AB85-4AA3-AF69-3799BCCD930D}" dt="2025-05-19T21:52:22.980" v="529" actId="1076"/>
          <ac:picMkLst>
            <pc:docMk/>
            <pc:sldMk cId="4082418617" sldId="257"/>
            <ac:picMk id="51" creationId="{713EBF78-D35D-D574-CD89-7BF9573DDF2E}"/>
          </ac:picMkLst>
        </pc:picChg>
        <pc:picChg chg="add mod">
          <ac:chgData name="Firas Keshta" userId="7572a451d58265e9" providerId="LiveId" clId="{5EF64CEC-AB85-4AA3-AF69-3799BCCD930D}" dt="2025-05-19T21:51:35.721" v="511" actId="1076"/>
          <ac:picMkLst>
            <pc:docMk/>
            <pc:sldMk cId="4082418617" sldId="257"/>
            <ac:picMk id="53" creationId="{A82B26BE-FFAD-F2BD-38BA-72345513A52D}"/>
          </ac:picMkLst>
        </pc:picChg>
        <pc:picChg chg="add mod">
          <ac:chgData name="Firas Keshta" userId="7572a451d58265e9" providerId="LiveId" clId="{5EF64CEC-AB85-4AA3-AF69-3799BCCD930D}" dt="2025-05-19T21:51:22.996" v="506" actId="1076"/>
          <ac:picMkLst>
            <pc:docMk/>
            <pc:sldMk cId="4082418617" sldId="257"/>
            <ac:picMk id="55" creationId="{D0ABD7AC-F396-84D6-F111-26EAA18A9B54}"/>
          </ac:picMkLst>
        </pc:picChg>
        <pc:picChg chg="add mod">
          <ac:chgData name="Firas Keshta" userId="7572a451d58265e9" providerId="LiveId" clId="{5EF64CEC-AB85-4AA3-AF69-3799BCCD930D}" dt="2025-05-19T21:53:20.978" v="537" actId="1076"/>
          <ac:picMkLst>
            <pc:docMk/>
            <pc:sldMk cId="4082418617" sldId="257"/>
            <ac:picMk id="57" creationId="{349FBBBB-17E7-240C-9C32-BAC9FE708071}"/>
          </ac:picMkLst>
        </pc:picChg>
      </pc:sldChg>
      <pc:sldChg chg="addSp delSp modSp new mod setBg modAnim">
        <pc:chgData name="Firas Keshta" userId="7572a451d58265e9" providerId="LiveId" clId="{5EF64CEC-AB85-4AA3-AF69-3799BCCD930D}" dt="2025-05-19T23:02:56.534" v="1118"/>
        <pc:sldMkLst>
          <pc:docMk/>
          <pc:sldMk cId="1139740338" sldId="258"/>
        </pc:sldMkLst>
        <pc:spChg chg="add mod ord">
          <ac:chgData name="Firas Keshta" userId="7572a451d58265e9" providerId="LiveId" clId="{5EF64CEC-AB85-4AA3-AF69-3799BCCD930D}" dt="2025-05-19T22:16:52.756" v="755" actId="20577"/>
          <ac:spMkLst>
            <pc:docMk/>
            <pc:sldMk cId="1139740338" sldId="258"/>
            <ac:spMk id="3" creationId="{A94150A7-80C1-5432-9F36-B09188CE501A}"/>
          </ac:spMkLst>
        </pc:spChg>
        <pc:spChg chg="add del">
          <ac:chgData name="Firas Keshta" userId="7572a451d58265e9" providerId="LiveId" clId="{5EF64CEC-AB85-4AA3-AF69-3799BCCD930D}" dt="2025-05-19T22:07:32.958" v="638" actId="26606"/>
          <ac:spMkLst>
            <pc:docMk/>
            <pc:sldMk cId="1139740338" sldId="258"/>
            <ac:spMk id="20" creationId="{6AD30037-67ED-4367-9BE0-45787510BF13}"/>
          </ac:spMkLst>
        </pc:spChg>
        <pc:spChg chg="add">
          <ac:chgData name="Firas Keshta" userId="7572a451d58265e9" providerId="LiveId" clId="{5EF64CEC-AB85-4AA3-AF69-3799BCCD930D}" dt="2025-05-19T22:07:44.359" v="646" actId="26606"/>
          <ac:spMkLst>
            <pc:docMk/>
            <pc:sldMk cId="1139740338" sldId="258"/>
            <ac:spMk id="33" creationId="{85428F22-76B3-4107-AADE-3F9EC95FD325}"/>
          </ac:spMkLst>
        </pc:spChg>
        <pc:spChg chg="add del">
          <ac:chgData name="Firas Keshta" userId="7572a451d58265e9" providerId="LiveId" clId="{5EF64CEC-AB85-4AA3-AF69-3799BCCD930D}" dt="2025-05-19T22:07:33.954" v="640" actId="26606"/>
          <ac:spMkLst>
            <pc:docMk/>
            <pc:sldMk cId="1139740338" sldId="258"/>
            <ac:spMk id="43" creationId="{55599FE3-8CCE-4364-9F89-0C11699C4F6A}"/>
          </ac:spMkLst>
        </pc:spChg>
        <pc:spChg chg="add del">
          <ac:chgData name="Firas Keshta" userId="7572a451d58265e9" providerId="LiveId" clId="{5EF64CEC-AB85-4AA3-AF69-3799BCCD930D}" dt="2025-05-19T22:09:23.870" v="665" actId="22"/>
          <ac:spMkLst>
            <pc:docMk/>
            <pc:sldMk cId="1139740338" sldId="258"/>
            <ac:spMk id="46" creationId="{0FBF3F74-B877-56CA-FEA7-1BE263E612BE}"/>
          </ac:spMkLst>
        </pc:spChg>
        <pc:grpChg chg="add">
          <ac:chgData name="Firas Keshta" userId="7572a451d58265e9" providerId="LiveId" clId="{5EF64CEC-AB85-4AA3-AF69-3799BCCD930D}" dt="2025-05-19T22:07:44.359" v="646" actId="26606"/>
          <ac:grpSpMkLst>
            <pc:docMk/>
            <pc:sldMk cId="1139740338" sldId="258"/>
            <ac:grpSpMk id="9" creationId="{260ACC13-B825-49F3-93DE-C8B8F2FA37A1}"/>
          </ac:grpSpMkLst>
        </pc:grpChg>
        <pc:grpChg chg="add del">
          <ac:chgData name="Firas Keshta" userId="7572a451d58265e9" providerId="LiveId" clId="{5EF64CEC-AB85-4AA3-AF69-3799BCCD930D}" dt="2025-05-19T22:07:32.958" v="638" actId="26606"/>
          <ac:grpSpMkLst>
            <pc:docMk/>
            <pc:sldMk cId="1139740338" sldId="258"/>
            <ac:grpSpMk id="12" creationId="{260ACC13-B825-49F3-93DE-C8B8F2FA37A1}"/>
          </ac:grpSpMkLst>
        </pc:grpChg>
        <pc:grpChg chg="add">
          <ac:chgData name="Firas Keshta" userId="7572a451d58265e9" providerId="LiveId" clId="{5EF64CEC-AB85-4AA3-AF69-3799BCCD930D}" dt="2025-05-19T22:07:44.359" v="646" actId="26606"/>
          <ac:grpSpMkLst>
            <pc:docMk/>
            <pc:sldMk cId="1139740338" sldId="258"/>
            <ac:grpSpMk id="19" creationId="{5346FBCF-5353-4172-96F5-4B7EB07777C4}"/>
          </ac:grpSpMkLst>
        </pc:grpChg>
        <pc:grpChg chg="add del">
          <ac:chgData name="Firas Keshta" userId="7572a451d58265e9" providerId="LiveId" clId="{5EF64CEC-AB85-4AA3-AF69-3799BCCD930D}" dt="2025-05-19T22:07:32.958" v="638" actId="26606"/>
          <ac:grpSpMkLst>
            <pc:docMk/>
            <pc:sldMk cId="1139740338" sldId="258"/>
            <ac:grpSpMk id="22" creationId="{50841A4E-5BC1-44B4-83CF-D524E8AEAD64}"/>
          </ac:grpSpMkLst>
        </pc:grpChg>
        <pc:grpChg chg="add">
          <ac:chgData name="Firas Keshta" userId="7572a451d58265e9" providerId="LiveId" clId="{5EF64CEC-AB85-4AA3-AF69-3799BCCD930D}" dt="2025-05-19T22:07:44.359" v="646" actId="26606"/>
          <ac:grpSpMkLst>
            <pc:docMk/>
            <pc:sldMk cId="1139740338" sldId="258"/>
            <ac:grpSpMk id="23" creationId="{78326E10-C8CB-487F-A110-F861268DE619}"/>
          </ac:grpSpMkLst>
        </pc:grpChg>
        <pc:grpChg chg="add del">
          <ac:chgData name="Firas Keshta" userId="7572a451d58265e9" providerId="LiveId" clId="{5EF64CEC-AB85-4AA3-AF69-3799BCCD930D}" dt="2025-05-19T22:07:33.954" v="640" actId="26606"/>
          <ac:grpSpMkLst>
            <pc:docMk/>
            <pc:sldMk cId="1139740338" sldId="258"/>
            <ac:grpSpMk id="30" creationId="{260ACC13-B825-49F3-93DE-C8B8F2FA37A1}"/>
          </ac:grpSpMkLst>
        </pc:grpChg>
        <pc:grpChg chg="add del">
          <ac:chgData name="Firas Keshta" userId="7572a451d58265e9" providerId="LiveId" clId="{5EF64CEC-AB85-4AA3-AF69-3799BCCD930D}" dt="2025-05-19T22:07:33.954" v="640" actId="26606"/>
          <ac:grpSpMkLst>
            <pc:docMk/>
            <pc:sldMk cId="1139740338" sldId="258"/>
            <ac:grpSpMk id="37" creationId="{E4C39A5A-6D63-4FAC-B6C2-D37778B97ACD}"/>
          </ac:grpSpMkLst>
        </pc:grpChg>
        <pc:grpChg chg="add del">
          <ac:chgData name="Firas Keshta" userId="7572a451d58265e9" providerId="LiveId" clId="{5EF64CEC-AB85-4AA3-AF69-3799BCCD930D}" dt="2025-05-19T22:07:38.009" v="642" actId="26606"/>
          <ac:grpSpMkLst>
            <pc:docMk/>
            <pc:sldMk cId="1139740338" sldId="258"/>
            <ac:grpSpMk id="45" creationId="{15FF890B-3CE7-403A-AECE-2DE04FC7AF80}"/>
          </ac:grpSpMkLst>
        </pc:grpChg>
        <pc:picChg chg="add del mod ord">
          <ac:chgData name="Firas Keshta" userId="7572a451d58265e9" providerId="LiveId" clId="{5EF64CEC-AB85-4AA3-AF69-3799BCCD930D}" dt="2025-05-19T22:06:23.777" v="632" actId="1076"/>
          <ac:picMkLst>
            <pc:docMk/>
            <pc:sldMk cId="1139740338" sldId="258"/>
            <ac:picMk id="5" creationId="{33B4A717-929F-EA8B-080C-AE94B2DA02C7}"/>
          </ac:picMkLst>
        </pc:picChg>
        <pc:picChg chg="add mod ord">
          <ac:chgData name="Firas Keshta" userId="7572a451d58265e9" providerId="LiveId" clId="{5EF64CEC-AB85-4AA3-AF69-3799BCCD930D}" dt="2025-05-19T22:07:41.730" v="645" actId="931"/>
          <ac:picMkLst>
            <pc:docMk/>
            <pc:sldMk cId="1139740338" sldId="258"/>
            <ac:picMk id="7" creationId="{C7158817-218D-A7F6-32FF-158AE83D3633}"/>
          </ac:picMkLst>
        </pc:picChg>
        <pc:picChg chg="add">
          <ac:chgData name="Firas Keshta" userId="7572a451d58265e9" providerId="LiveId" clId="{5EF64CEC-AB85-4AA3-AF69-3799BCCD930D}" dt="2025-05-19T22:07:44.359" v="646" actId="26606"/>
          <ac:picMkLst>
            <pc:docMk/>
            <pc:sldMk cId="1139740338" sldId="258"/>
            <ac:picMk id="35" creationId="{2557DD81-3F81-9A82-497D-8D8E338A5AEA}"/>
          </ac:picMkLst>
        </pc:picChg>
      </pc:sldChg>
      <pc:sldChg chg="addSp delSp add del setBg delDesignElem">
        <pc:chgData name="Firas Keshta" userId="7572a451d58265e9" providerId="LiveId" clId="{5EF64CEC-AB85-4AA3-AF69-3799BCCD930D}" dt="2025-05-19T22:09:34.762" v="668"/>
        <pc:sldMkLst>
          <pc:docMk/>
          <pc:sldMk cId="684339806" sldId="259"/>
        </pc:sldMkLst>
        <pc:spChg chg="add del">
          <ac:chgData name="Firas Keshta" userId="7572a451d58265e9" providerId="LiveId" clId="{5EF64CEC-AB85-4AA3-AF69-3799BCCD930D}" dt="2025-05-19T22:09:34.762" v="668"/>
          <ac:spMkLst>
            <pc:docMk/>
            <pc:sldMk cId="684339806" sldId="259"/>
            <ac:spMk id="33" creationId="{F63B820A-9D89-6759-119E-8273A607F50A}"/>
          </ac:spMkLst>
        </pc:spChg>
        <pc:grpChg chg="add del">
          <ac:chgData name="Firas Keshta" userId="7572a451d58265e9" providerId="LiveId" clId="{5EF64CEC-AB85-4AA3-AF69-3799BCCD930D}" dt="2025-05-19T22:09:34.762" v="668"/>
          <ac:grpSpMkLst>
            <pc:docMk/>
            <pc:sldMk cId="684339806" sldId="259"/>
            <ac:grpSpMk id="9" creationId="{6BD80158-516E-00DE-B8D8-45BC5AAD8AC0}"/>
          </ac:grpSpMkLst>
        </pc:grpChg>
        <pc:grpChg chg="add del">
          <ac:chgData name="Firas Keshta" userId="7572a451d58265e9" providerId="LiveId" clId="{5EF64CEC-AB85-4AA3-AF69-3799BCCD930D}" dt="2025-05-19T22:09:34.762" v="668"/>
          <ac:grpSpMkLst>
            <pc:docMk/>
            <pc:sldMk cId="684339806" sldId="259"/>
            <ac:grpSpMk id="19" creationId="{83D4E93E-7ECE-46C7-25DD-329DD46C5054}"/>
          </ac:grpSpMkLst>
        </pc:grpChg>
        <pc:grpChg chg="add del">
          <ac:chgData name="Firas Keshta" userId="7572a451d58265e9" providerId="LiveId" clId="{5EF64CEC-AB85-4AA3-AF69-3799BCCD930D}" dt="2025-05-19T22:09:34.762" v="668"/>
          <ac:grpSpMkLst>
            <pc:docMk/>
            <pc:sldMk cId="684339806" sldId="259"/>
            <ac:grpSpMk id="23" creationId="{95FFB5BF-B93D-0BA6-EE59-408EBB7AA9EF}"/>
          </ac:grpSpMkLst>
        </pc:grpChg>
      </pc:sldChg>
      <pc:sldChg chg="modSp add mod modAnim">
        <pc:chgData name="Firas Keshta" userId="7572a451d58265e9" providerId="LiveId" clId="{5EF64CEC-AB85-4AA3-AF69-3799BCCD930D}" dt="2025-05-19T23:03:05.955" v="1120"/>
        <pc:sldMkLst>
          <pc:docMk/>
          <pc:sldMk cId="2880617095" sldId="259"/>
        </pc:sldMkLst>
        <pc:spChg chg="mod">
          <ac:chgData name="Firas Keshta" userId="7572a451d58265e9" providerId="LiveId" clId="{5EF64CEC-AB85-4AA3-AF69-3799BCCD930D}" dt="2025-05-19T22:16:43.677" v="751" actId="20577"/>
          <ac:spMkLst>
            <pc:docMk/>
            <pc:sldMk cId="2880617095" sldId="259"/>
            <ac:spMk id="3" creationId="{E636E94F-A67E-37B3-F28C-F15ED6102F47}"/>
          </ac:spMkLst>
        </pc:spChg>
      </pc:sldChg>
      <pc:sldChg chg="addSp modSp new mod modTransition modAnim">
        <pc:chgData name="Firas Keshta" userId="7572a451d58265e9" providerId="LiveId" clId="{5EF64CEC-AB85-4AA3-AF69-3799BCCD930D}" dt="2025-05-19T22:59:21.090" v="1094"/>
        <pc:sldMkLst>
          <pc:docMk/>
          <pc:sldMk cId="1431264642" sldId="260"/>
        </pc:sldMkLst>
        <pc:spChg chg="add mod">
          <ac:chgData name="Firas Keshta" userId="7572a451d58265e9" providerId="LiveId" clId="{5EF64CEC-AB85-4AA3-AF69-3799BCCD930D}" dt="2025-05-19T22:58:52.590" v="1089" actId="1076"/>
          <ac:spMkLst>
            <pc:docMk/>
            <pc:sldMk cId="1431264642" sldId="260"/>
            <ac:spMk id="2" creationId="{DA17F8F8-F1DB-1B02-575C-4B0A5E5E8722}"/>
          </ac:spMkLst>
        </pc:spChg>
        <pc:spChg chg="add mod">
          <ac:chgData name="Firas Keshta" userId="7572a451d58265e9" providerId="LiveId" clId="{5EF64CEC-AB85-4AA3-AF69-3799BCCD930D}" dt="2025-05-19T22:58:52.159" v="1088" actId="1076"/>
          <ac:spMkLst>
            <pc:docMk/>
            <pc:sldMk cId="1431264642" sldId="260"/>
            <ac:spMk id="4" creationId="{4F13F7A0-9A88-F356-AD2A-0B3C78D31CA7}"/>
          </ac:spMkLst>
        </pc:spChg>
        <pc:picChg chg="add mod">
          <ac:chgData name="Firas Keshta" userId="7572a451d58265e9" providerId="LiveId" clId="{5EF64CEC-AB85-4AA3-AF69-3799BCCD930D}" dt="2025-05-19T22:28:28.280" v="822" actId="688"/>
          <ac:picMkLst>
            <pc:docMk/>
            <pc:sldMk cId="1431264642" sldId="260"/>
            <ac:picMk id="6" creationId="{926C512C-1C75-1016-C7BF-8AE71C13BF87}"/>
          </ac:picMkLst>
        </pc:picChg>
        <pc:picChg chg="add mod">
          <ac:chgData name="Firas Keshta" userId="7572a451d58265e9" providerId="LiveId" clId="{5EF64CEC-AB85-4AA3-AF69-3799BCCD930D}" dt="2025-05-19T22:28:22.715" v="821" actId="1076"/>
          <ac:picMkLst>
            <pc:docMk/>
            <pc:sldMk cId="1431264642" sldId="260"/>
            <ac:picMk id="8" creationId="{842DCD1C-2D80-B737-F9F3-AFCBB8AA628C}"/>
          </ac:picMkLst>
        </pc:picChg>
      </pc:sldChg>
      <pc:sldChg chg="addSp delSp modSp add mod modTransition modAnim">
        <pc:chgData name="Firas Keshta" userId="7572a451d58265e9" providerId="LiveId" clId="{5EF64CEC-AB85-4AA3-AF69-3799BCCD930D}" dt="2025-05-19T23:02:23.882" v="1116" actId="1076"/>
        <pc:sldMkLst>
          <pc:docMk/>
          <pc:sldMk cId="3934257687" sldId="261"/>
        </pc:sldMkLst>
        <pc:spChg chg="mod">
          <ac:chgData name="Firas Keshta" userId="7572a451d58265e9" providerId="LiveId" clId="{5EF64CEC-AB85-4AA3-AF69-3799BCCD930D}" dt="2025-05-19T23:02:23.882" v="1116" actId="1076"/>
          <ac:spMkLst>
            <pc:docMk/>
            <pc:sldMk cId="3934257687" sldId="261"/>
            <ac:spMk id="2" creationId="{F028443D-02CA-49AC-6D63-C2A546B19195}"/>
          </ac:spMkLst>
        </pc:spChg>
        <pc:spChg chg="add mod">
          <ac:chgData name="Firas Keshta" userId="7572a451d58265e9" providerId="LiveId" clId="{5EF64CEC-AB85-4AA3-AF69-3799BCCD930D}" dt="2025-05-19T22:53:54.499" v="1022" actId="255"/>
          <ac:spMkLst>
            <pc:docMk/>
            <pc:sldMk cId="3934257687" sldId="261"/>
            <ac:spMk id="3" creationId="{7854BFA0-17E7-7C7F-6C3D-8CD9788C5295}"/>
          </ac:spMkLst>
        </pc:spChg>
        <pc:spChg chg="add del mod">
          <ac:chgData name="Firas Keshta" userId="7572a451d58265e9" providerId="LiveId" clId="{5EF64CEC-AB85-4AA3-AF69-3799BCCD930D}" dt="2025-05-19T22:29:26.893" v="830" actId="1076"/>
          <ac:spMkLst>
            <pc:docMk/>
            <pc:sldMk cId="3934257687" sldId="261"/>
            <ac:spMk id="4" creationId="{1BBA7FD5-5EF5-C398-368D-EE07C223152B}"/>
          </ac:spMkLst>
        </pc:spChg>
        <pc:picChg chg="mod">
          <ac:chgData name="Firas Keshta" userId="7572a451d58265e9" providerId="LiveId" clId="{5EF64CEC-AB85-4AA3-AF69-3799BCCD930D}" dt="2025-05-19T22:33:16.346" v="846" actId="1076"/>
          <ac:picMkLst>
            <pc:docMk/>
            <pc:sldMk cId="3934257687" sldId="261"/>
            <ac:picMk id="6" creationId="{E3236135-F53E-C64A-EF9D-DD73920EFE2A}"/>
          </ac:picMkLst>
        </pc:picChg>
        <pc:picChg chg="mod">
          <ac:chgData name="Firas Keshta" userId="7572a451d58265e9" providerId="LiveId" clId="{5EF64CEC-AB85-4AA3-AF69-3799BCCD930D}" dt="2025-05-19T22:33:14.544" v="845" actId="1076"/>
          <ac:picMkLst>
            <pc:docMk/>
            <pc:sldMk cId="3934257687" sldId="261"/>
            <ac:picMk id="8" creationId="{E8078E26-6730-3060-A0F5-1B672125B3B8}"/>
          </ac:picMkLst>
        </pc:picChg>
      </pc:sldChg>
      <pc:sldChg chg="delSp modSp add mod modTransition modAnim">
        <pc:chgData name="Firas Keshta" userId="7572a451d58265e9" providerId="LiveId" clId="{5EF64CEC-AB85-4AA3-AF69-3799BCCD930D}" dt="2025-05-19T23:00:11.504" v="1104"/>
        <pc:sldMkLst>
          <pc:docMk/>
          <pc:sldMk cId="4257902639" sldId="262"/>
        </pc:sldMkLst>
        <pc:spChg chg="mod">
          <ac:chgData name="Firas Keshta" userId="7572a451d58265e9" providerId="LiveId" clId="{5EF64CEC-AB85-4AA3-AF69-3799BCCD930D}" dt="2025-05-19T22:53:30.359" v="1020" actId="255"/>
          <ac:spMkLst>
            <pc:docMk/>
            <pc:sldMk cId="4257902639" sldId="262"/>
            <ac:spMk id="3" creationId="{3E598B22-E7BF-B2AD-F159-BDA440508977}"/>
          </ac:spMkLst>
        </pc:spChg>
        <pc:picChg chg="del">
          <ac:chgData name="Firas Keshta" userId="7572a451d58265e9" providerId="LiveId" clId="{5EF64CEC-AB85-4AA3-AF69-3799BCCD930D}" dt="2025-05-19T22:34:39.958" v="857" actId="21"/>
          <ac:picMkLst>
            <pc:docMk/>
            <pc:sldMk cId="4257902639" sldId="262"/>
            <ac:picMk id="6" creationId="{3FFAD111-1D61-6A8A-4601-BC9B31E6D3B8}"/>
          </ac:picMkLst>
        </pc:picChg>
        <pc:picChg chg="mod">
          <ac:chgData name="Firas Keshta" userId="7572a451d58265e9" providerId="LiveId" clId="{5EF64CEC-AB85-4AA3-AF69-3799BCCD930D}" dt="2025-05-19T22:44:38.626" v="861" actId="1076"/>
          <ac:picMkLst>
            <pc:docMk/>
            <pc:sldMk cId="4257902639" sldId="262"/>
            <ac:picMk id="8" creationId="{B9BF0047-4021-4825-2CFE-3C41D8C3D690}"/>
          </ac:picMkLst>
        </pc:picChg>
      </pc:sldChg>
      <pc:sldChg chg="addSp delSp modSp add mod modTransition modAnim">
        <pc:chgData name="Firas Keshta" userId="7572a451d58265e9" providerId="LiveId" clId="{5EF64CEC-AB85-4AA3-AF69-3799BCCD930D}" dt="2025-05-19T23:00:22.501" v="1106"/>
        <pc:sldMkLst>
          <pc:docMk/>
          <pc:sldMk cId="3926272016" sldId="263"/>
        </pc:sldMkLst>
        <pc:spChg chg="mod">
          <ac:chgData name="Firas Keshta" userId="7572a451d58265e9" providerId="LiveId" clId="{5EF64CEC-AB85-4AA3-AF69-3799BCCD930D}" dt="2025-05-19T22:53:09.004" v="1016" actId="1076"/>
          <ac:spMkLst>
            <pc:docMk/>
            <pc:sldMk cId="3926272016" sldId="263"/>
            <ac:spMk id="3" creationId="{D0CB7970-53C6-8CFC-47AD-535EA41D5EAA}"/>
          </ac:spMkLst>
        </pc:spChg>
        <pc:spChg chg="add del mod ord">
          <ac:chgData name="Firas Keshta" userId="7572a451d58265e9" providerId="LiveId" clId="{5EF64CEC-AB85-4AA3-AF69-3799BCCD930D}" dt="2025-05-19T22:48:53.211" v="920" actId="21"/>
          <ac:spMkLst>
            <pc:docMk/>
            <pc:sldMk cId="3926272016" sldId="263"/>
            <ac:spMk id="5" creationId="{D23A280A-867A-86E4-26BB-6B87220C5494}"/>
          </ac:spMkLst>
        </pc:spChg>
        <pc:spChg chg="add mod ord">
          <ac:chgData name="Firas Keshta" userId="7572a451d58265e9" providerId="LiveId" clId="{5EF64CEC-AB85-4AA3-AF69-3799BCCD930D}" dt="2025-05-19T22:51:35.007" v="1001" actId="692"/>
          <ac:spMkLst>
            <pc:docMk/>
            <pc:sldMk cId="3926272016" sldId="263"/>
            <ac:spMk id="6" creationId="{AED21C9C-7EA9-99F1-FCB5-4993DCC8C26E}"/>
          </ac:spMkLst>
        </pc:spChg>
        <pc:picChg chg="mod ord">
          <ac:chgData name="Firas Keshta" userId="7572a451d58265e9" providerId="LiveId" clId="{5EF64CEC-AB85-4AA3-AF69-3799BCCD930D}" dt="2025-05-19T22:51:39.877" v="1002" actId="1076"/>
          <ac:picMkLst>
            <pc:docMk/>
            <pc:sldMk cId="3926272016" sldId="263"/>
            <ac:picMk id="8" creationId="{095804CB-FA90-B571-E45A-D006824D4F67}"/>
          </ac:picMkLst>
        </pc:picChg>
      </pc:sldChg>
      <pc:sldChg chg="modSp add mod modTransition modAnim">
        <pc:chgData name="Firas Keshta" userId="7572a451d58265e9" providerId="LiveId" clId="{5EF64CEC-AB85-4AA3-AF69-3799BCCD930D}" dt="2025-05-19T23:00:30.828" v="1108"/>
        <pc:sldMkLst>
          <pc:docMk/>
          <pc:sldMk cId="730761994" sldId="264"/>
        </pc:sldMkLst>
        <pc:spChg chg="mod">
          <ac:chgData name="Firas Keshta" userId="7572a451d58265e9" providerId="LiveId" clId="{5EF64CEC-AB85-4AA3-AF69-3799BCCD930D}" dt="2025-05-19T22:52:45.422" v="1010" actId="255"/>
          <ac:spMkLst>
            <pc:docMk/>
            <pc:sldMk cId="730761994" sldId="264"/>
            <ac:spMk id="3" creationId="{B7AD5CAF-4E98-B4D4-3A8A-CD489E412E99}"/>
          </ac:spMkLst>
        </pc:spChg>
        <pc:picChg chg="mod">
          <ac:chgData name="Firas Keshta" userId="7572a451d58265e9" providerId="LiveId" clId="{5EF64CEC-AB85-4AA3-AF69-3799BCCD930D}" dt="2025-05-19T22:54:34.461" v="1027" actId="14826"/>
          <ac:picMkLst>
            <pc:docMk/>
            <pc:sldMk cId="730761994" sldId="264"/>
            <ac:picMk id="8" creationId="{F9ACA692-6B4F-521E-FB3B-612416ADAF21}"/>
          </ac:picMkLst>
        </pc:picChg>
      </pc:sldChg>
      <pc:sldChg chg="modSp add mod modTransition modAnim">
        <pc:chgData name="Firas Keshta" userId="7572a451d58265e9" providerId="LiveId" clId="{5EF64CEC-AB85-4AA3-AF69-3799BCCD930D}" dt="2025-05-19T23:00:40.989" v="1110"/>
        <pc:sldMkLst>
          <pc:docMk/>
          <pc:sldMk cId="1668687473" sldId="265"/>
        </pc:sldMkLst>
        <pc:spChg chg="mod">
          <ac:chgData name="Firas Keshta" userId="7572a451d58265e9" providerId="LiveId" clId="{5EF64CEC-AB85-4AA3-AF69-3799BCCD930D}" dt="2025-05-19T22:56:28.094" v="1061" actId="113"/>
          <ac:spMkLst>
            <pc:docMk/>
            <pc:sldMk cId="1668687473" sldId="265"/>
            <ac:spMk id="3" creationId="{29C48AC9-C890-3A3C-CEFA-137A7EE4CFA8}"/>
          </ac:spMkLst>
        </pc:spChg>
        <pc:picChg chg="mod">
          <ac:chgData name="Firas Keshta" userId="7572a451d58265e9" providerId="LiveId" clId="{5EF64CEC-AB85-4AA3-AF69-3799BCCD930D}" dt="2025-05-19T22:54:49.220" v="1028" actId="14826"/>
          <ac:picMkLst>
            <pc:docMk/>
            <pc:sldMk cId="1668687473" sldId="265"/>
            <ac:picMk id="8" creationId="{9221CC20-D234-B7A9-07D5-2382429C531C}"/>
          </ac:picMkLst>
        </pc:picChg>
      </pc:sldChg>
      <pc:sldChg chg="modSp add mod modTransition setBg modAnim">
        <pc:chgData name="Firas Keshta" userId="7572a451d58265e9" providerId="LiveId" clId="{5EF64CEC-AB85-4AA3-AF69-3799BCCD930D}" dt="2025-05-20T00:50:53.550" v="2045"/>
        <pc:sldMkLst>
          <pc:docMk/>
          <pc:sldMk cId="2459063865" sldId="266"/>
        </pc:sldMkLst>
        <pc:spChg chg="mod">
          <ac:chgData name="Firas Keshta" userId="7572a451d58265e9" providerId="LiveId" clId="{5EF64CEC-AB85-4AA3-AF69-3799BCCD930D}" dt="2025-05-19T22:57:32.233" v="1066" actId="255"/>
          <ac:spMkLst>
            <pc:docMk/>
            <pc:sldMk cId="2459063865" sldId="266"/>
            <ac:spMk id="3" creationId="{231BB714-0E3C-5AEC-D586-BAAEA7EA7D8D}"/>
          </ac:spMkLst>
        </pc:spChg>
        <pc:picChg chg="mod">
          <ac:chgData name="Firas Keshta" userId="7572a451d58265e9" providerId="LiveId" clId="{5EF64CEC-AB85-4AA3-AF69-3799BCCD930D}" dt="2025-05-19T22:56:55.609" v="1062" actId="14826"/>
          <ac:picMkLst>
            <pc:docMk/>
            <pc:sldMk cId="2459063865" sldId="266"/>
            <ac:picMk id="8" creationId="{24EF7B8F-4DBF-EDE5-CD30-606223B13F85}"/>
          </ac:picMkLst>
        </pc:picChg>
      </pc:sldChg>
      <pc:sldChg chg="add del modTransition">
        <pc:chgData name="Firas Keshta" userId="7572a451d58265e9" providerId="LiveId" clId="{5EF64CEC-AB85-4AA3-AF69-3799BCCD930D}" dt="2025-05-19T23:00:53.518" v="1114" actId="2696"/>
        <pc:sldMkLst>
          <pc:docMk/>
          <pc:sldMk cId="926757809" sldId="267"/>
        </pc:sldMkLst>
      </pc:sldChg>
      <pc:sldChg chg="addSp delSp modSp add mod modTransition setBg modAnim">
        <pc:chgData name="Firas Keshta" userId="7572a451d58265e9" providerId="LiveId" clId="{5EF64CEC-AB85-4AA3-AF69-3799BCCD930D}" dt="2025-05-20T00:09:46.100" v="1623"/>
        <pc:sldMkLst>
          <pc:docMk/>
          <pc:sldMk cId="1766500982" sldId="267"/>
        </pc:sldMkLst>
        <pc:spChg chg="add mod">
          <ac:chgData name="Firas Keshta" userId="7572a451d58265e9" providerId="LiveId" clId="{5EF64CEC-AB85-4AA3-AF69-3799BCCD930D}" dt="2025-05-19T23:45:47.303" v="1302" actId="14100"/>
          <ac:spMkLst>
            <pc:docMk/>
            <pc:sldMk cId="1766500982" sldId="267"/>
            <ac:spMk id="2" creationId="{A9FD1766-9FD1-AB96-5E12-0B9F2D320650}"/>
          </ac:spMkLst>
        </pc:spChg>
        <pc:spChg chg="add mod">
          <ac:chgData name="Firas Keshta" userId="7572a451d58265e9" providerId="LiveId" clId="{5EF64CEC-AB85-4AA3-AF69-3799BCCD930D}" dt="2025-05-19T23:47:23.963" v="1354" actId="115"/>
          <ac:spMkLst>
            <pc:docMk/>
            <pc:sldMk cId="1766500982" sldId="267"/>
            <ac:spMk id="7" creationId="{5D05B18F-735A-056D-4F73-D56EFFE13FA7}"/>
          </ac:spMkLst>
        </pc:spChg>
        <pc:spChg chg="add del">
          <ac:chgData name="Firas Keshta" userId="7572a451d58265e9" providerId="LiveId" clId="{5EF64CEC-AB85-4AA3-AF69-3799BCCD930D}" dt="2025-05-19T23:36:06.601" v="1287" actId="26606"/>
          <ac:spMkLst>
            <pc:docMk/>
            <pc:sldMk cId="1766500982" sldId="267"/>
            <ac:spMk id="17" creationId="{E58348C3-6249-4952-AA86-C63DB35EA9F2}"/>
          </ac:spMkLst>
        </pc:spChg>
        <pc:spChg chg="add mod">
          <ac:chgData name="Firas Keshta" userId="7572a451d58265e9" providerId="LiveId" clId="{5EF64CEC-AB85-4AA3-AF69-3799BCCD930D}" dt="2025-05-20T00:08:40.763" v="1613" actId="688"/>
          <ac:spMkLst>
            <pc:docMk/>
            <pc:sldMk cId="1766500982" sldId="267"/>
            <ac:spMk id="28" creationId="{5C840349-B020-B848-3610-972DE57D29FC}"/>
          </ac:spMkLst>
        </pc:spChg>
        <pc:grpChg chg="add del">
          <ac:chgData name="Firas Keshta" userId="7572a451d58265e9" providerId="LiveId" clId="{5EF64CEC-AB85-4AA3-AF69-3799BCCD930D}" dt="2025-05-19T23:36:06.601" v="1287" actId="26606"/>
          <ac:grpSpMkLst>
            <pc:docMk/>
            <pc:sldMk cId="1766500982" sldId="267"/>
            <ac:grpSpMk id="9" creationId="{08F94D66-27EC-4CB8-8226-D7F41C161863}"/>
          </ac:grpSpMkLst>
        </pc:grpChg>
        <pc:grpChg chg="add del mod">
          <ac:chgData name="Firas Keshta" userId="7572a451d58265e9" providerId="LiveId" clId="{5EF64CEC-AB85-4AA3-AF69-3799BCCD930D}" dt="2025-05-20T00:09:15.357" v="1618" actId="1582"/>
          <ac:grpSpMkLst>
            <pc:docMk/>
            <pc:sldMk cId="1766500982" sldId="267"/>
            <ac:grpSpMk id="18" creationId="{7309FB0F-824B-D755-33D2-D2DB520E07A0}"/>
          </ac:grpSpMkLst>
        </pc:grpChg>
        <pc:grpChg chg="add del">
          <ac:chgData name="Firas Keshta" userId="7572a451d58265e9" providerId="LiveId" clId="{5EF64CEC-AB85-4AA3-AF69-3799BCCD930D}" dt="2025-05-19T23:36:06.601" v="1287" actId="26606"/>
          <ac:grpSpMkLst>
            <pc:docMk/>
            <pc:sldMk cId="1766500982" sldId="267"/>
            <ac:grpSpMk id="19" creationId="{DE6174AD-DBB0-43E6-98C2-738DB3A15244}"/>
          </ac:grpSpMkLst>
        </pc:grpChg>
        <pc:grpChg chg="mod">
          <ac:chgData name="Firas Keshta" userId="7572a451d58265e9" providerId="LiveId" clId="{5EF64CEC-AB85-4AA3-AF69-3799BCCD930D}" dt="2025-05-20T00:08:15.360" v="1600"/>
          <ac:grpSpMkLst>
            <pc:docMk/>
            <pc:sldMk cId="1766500982" sldId="267"/>
            <ac:grpSpMk id="27" creationId="{B47A6749-8D2B-73E5-5143-F591BBD30461}"/>
          </ac:grpSpMkLst>
        </pc:grpChg>
        <pc:picChg chg="add del mod">
          <ac:chgData name="Firas Keshta" userId="7572a451d58265e9" providerId="LiveId" clId="{5EF64CEC-AB85-4AA3-AF69-3799BCCD930D}" dt="2025-05-19T23:37:28.150" v="1298" actId="21"/>
          <ac:picMkLst>
            <pc:docMk/>
            <pc:sldMk cId="1766500982" sldId="267"/>
            <ac:picMk id="4" creationId="{2C838077-20A9-9D8D-B538-BF8300B6E521}"/>
          </ac:picMkLst>
        </pc:picChg>
        <pc:picChg chg="add mod">
          <ac:chgData name="Firas Keshta" userId="7572a451d58265e9" providerId="LiveId" clId="{5EF64CEC-AB85-4AA3-AF69-3799BCCD930D}" dt="2025-05-19T23:47:09.246" v="1349" actId="1076"/>
          <ac:picMkLst>
            <pc:docMk/>
            <pc:sldMk cId="1766500982" sldId="267"/>
            <ac:picMk id="6" creationId="{CCEFF507-BDA1-2E8F-D555-5ED929299768}"/>
          </ac:picMkLst>
        </pc:picChg>
        <pc:inkChg chg="add mod">
          <ac:chgData name="Firas Keshta" userId="7572a451d58265e9" providerId="LiveId" clId="{5EF64CEC-AB85-4AA3-AF69-3799BCCD930D}" dt="2025-05-20T00:08:15.360" v="1600"/>
          <ac:inkMkLst>
            <pc:docMk/>
            <pc:sldMk cId="1766500982" sldId="267"/>
            <ac:inkMk id="8" creationId="{2BED5305-6DFC-857C-2840-4C4240643D3C}"/>
          </ac:inkMkLst>
        </pc:inkChg>
        <pc:inkChg chg="add mod">
          <ac:chgData name="Firas Keshta" userId="7572a451d58265e9" providerId="LiveId" clId="{5EF64CEC-AB85-4AA3-AF69-3799BCCD930D}" dt="2025-05-20T00:08:15.360" v="1600"/>
          <ac:inkMkLst>
            <pc:docMk/>
            <pc:sldMk cId="1766500982" sldId="267"/>
            <ac:inkMk id="16" creationId="{5F2BD4BE-9B15-2896-2733-A94BA1481DDB}"/>
          </ac:inkMkLst>
        </pc:inkChg>
        <pc:inkChg chg="add del mod">
          <ac:chgData name="Firas Keshta" userId="7572a451d58265e9" providerId="LiveId" clId="{5EF64CEC-AB85-4AA3-AF69-3799BCCD930D}" dt="2025-05-20T00:08:15.360" v="1600"/>
          <ac:inkMkLst>
            <pc:docMk/>
            <pc:sldMk cId="1766500982" sldId="267"/>
            <ac:inkMk id="26" creationId="{FA112A89-DCBD-0342-FEC4-5C3067467E45}"/>
          </ac:inkMkLst>
        </pc:inkChg>
      </pc:sldChg>
      <pc:sldChg chg="new del">
        <pc:chgData name="Firas Keshta" userId="7572a451d58265e9" providerId="LiveId" clId="{5EF64CEC-AB85-4AA3-AF69-3799BCCD930D}" dt="2025-05-19T23:18:40.280" v="1122" actId="2696"/>
        <pc:sldMkLst>
          <pc:docMk/>
          <pc:sldMk cId="3811244802" sldId="267"/>
        </pc:sldMkLst>
      </pc:sldChg>
      <pc:sldChg chg="addSp delSp modSp new mod modTransition modAnim">
        <pc:chgData name="Firas Keshta" userId="7572a451d58265e9" providerId="LiveId" clId="{5EF64CEC-AB85-4AA3-AF69-3799BCCD930D}" dt="2025-05-20T00:10:10.509" v="1625"/>
        <pc:sldMkLst>
          <pc:docMk/>
          <pc:sldMk cId="3261058714" sldId="268"/>
        </pc:sldMkLst>
        <pc:spChg chg="add mod">
          <ac:chgData name="Firas Keshta" userId="7572a451d58265e9" providerId="LiveId" clId="{5EF64CEC-AB85-4AA3-AF69-3799BCCD930D}" dt="2025-05-19T23:58:37.721" v="1509" actId="255"/>
          <ac:spMkLst>
            <pc:docMk/>
            <pc:sldMk cId="3261058714" sldId="268"/>
            <ac:spMk id="3" creationId="{6B4A4A4A-3C0F-578B-44EF-B0DA7B5B6FFE}"/>
          </ac:spMkLst>
        </pc:spChg>
        <pc:spChg chg="add del mod">
          <ac:chgData name="Firas Keshta" userId="7572a451d58265e9" providerId="LiveId" clId="{5EF64CEC-AB85-4AA3-AF69-3799BCCD930D}" dt="2025-05-19T23:56:25.215" v="1494" actId="21"/>
          <ac:spMkLst>
            <pc:docMk/>
            <pc:sldMk cId="3261058714" sldId="268"/>
            <ac:spMk id="5" creationId="{983704A9-F15A-FA83-9D98-93CAF2481AC2}"/>
          </ac:spMkLst>
        </pc:spChg>
        <pc:picChg chg="add mod">
          <ac:chgData name="Firas Keshta" userId="7572a451d58265e9" providerId="LiveId" clId="{5EF64CEC-AB85-4AA3-AF69-3799BCCD930D}" dt="2025-05-19T23:57:55.633" v="1503" actId="14100"/>
          <ac:picMkLst>
            <pc:docMk/>
            <pc:sldMk cId="3261058714" sldId="268"/>
            <ac:picMk id="7" creationId="{0CD2E77D-1CB9-C2AC-378B-0A126503ADD8}"/>
          </ac:picMkLst>
        </pc:picChg>
      </pc:sldChg>
      <pc:sldChg chg="addSp delSp modSp add del mod">
        <pc:chgData name="Firas Keshta" userId="7572a451d58265e9" providerId="LiveId" clId="{5EF64CEC-AB85-4AA3-AF69-3799BCCD930D}" dt="2025-05-19T23:28:22.782" v="1231" actId="2696"/>
        <pc:sldMkLst>
          <pc:docMk/>
          <pc:sldMk cId="3623606675" sldId="268"/>
        </pc:sldMkLst>
        <pc:spChg chg="add del mod">
          <ac:chgData name="Firas Keshta" userId="7572a451d58265e9" providerId="LiveId" clId="{5EF64CEC-AB85-4AA3-AF69-3799BCCD930D}" dt="2025-05-19T23:22:46.850" v="1159" actId="21"/>
          <ac:spMkLst>
            <pc:docMk/>
            <pc:sldMk cId="3623606675" sldId="268"/>
            <ac:spMk id="2" creationId="{67B3D399-4DA2-4BC4-9274-AFC20BBC3B2A}"/>
          </ac:spMkLst>
        </pc:spChg>
        <pc:spChg chg="add mod">
          <ac:chgData name="Firas Keshta" userId="7572a451d58265e9" providerId="LiveId" clId="{5EF64CEC-AB85-4AA3-AF69-3799BCCD930D}" dt="2025-05-19T23:22:40.909" v="1158" actId="21"/>
          <ac:spMkLst>
            <pc:docMk/>
            <pc:sldMk cId="3623606675" sldId="268"/>
            <ac:spMk id="4" creationId="{72CE9E4E-A29A-4B88-7A3D-CD32CFF8AF3F}"/>
          </ac:spMkLst>
        </pc:spChg>
        <pc:spChg chg="add del">
          <ac:chgData name="Firas Keshta" userId="7572a451d58265e9" providerId="LiveId" clId="{5EF64CEC-AB85-4AA3-AF69-3799BCCD930D}" dt="2025-05-19T23:23:10.087" v="1161" actId="11529"/>
          <ac:spMkLst>
            <pc:docMk/>
            <pc:sldMk cId="3623606675" sldId="268"/>
            <ac:spMk id="5" creationId="{E690D940-3E12-B00C-7EF3-A8595E3C24F6}"/>
          </ac:spMkLst>
        </pc:spChg>
        <pc:spChg chg="add del">
          <ac:chgData name="Firas Keshta" userId="7572a451d58265e9" providerId="LiveId" clId="{5EF64CEC-AB85-4AA3-AF69-3799BCCD930D}" dt="2025-05-19T23:23:46.329" v="1163" actId="11529"/>
          <ac:spMkLst>
            <pc:docMk/>
            <pc:sldMk cId="3623606675" sldId="268"/>
            <ac:spMk id="6" creationId="{5B27B35F-0570-C9DF-3520-D4CF626AB429}"/>
          </ac:spMkLst>
        </pc:spChg>
        <pc:spChg chg="add del mod">
          <ac:chgData name="Firas Keshta" userId="7572a451d58265e9" providerId="LiveId" clId="{5EF64CEC-AB85-4AA3-AF69-3799BCCD930D}" dt="2025-05-19T23:24:14.566" v="1173" actId="11529"/>
          <ac:spMkLst>
            <pc:docMk/>
            <pc:sldMk cId="3623606675" sldId="268"/>
            <ac:spMk id="7" creationId="{4FDBC59B-4D07-0F65-57AC-B7FAA1E9773F}"/>
          </ac:spMkLst>
        </pc:spChg>
        <pc:spChg chg="add mod">
          <ac:chgData name="Firas Keshta" userId="7572a451d58265e9" providerId="LiveId" clId="{5EF64CEC-AB85-4AA3-AF69-3799BCCD930D}" dt="2025-05-19T23:26:00.309" v="1208" actId="14100"/>
          <ac:spMkLst>
            <pc:docMk/>
            <pc:sldMk cId="3623606675" sldId="268"/>
            <ac:spMk id="8" creationId="{351D83C8-1D1E-E4FA-2E67-1FB873C76D4C}"/>
          </ac:spMkLst>
        </pc:spChg>
        <pc:spChg chg="add mod">
          <ac:chgData name="Firas Keshta" userId="7572a451d58265e9" providerId="LiveId" clId="{5EF64CEC-AB85-4AA3-AF69-3799BCCD930D}" dt="2025-05-19T23:28:10.857" v="1226" actId="1076"/>
          <ac:spMkLst>
            <pc:docMk/>
            <pc:sldMk cId="3623606675" sldId="268"/>
            <ac:spMk id="10" creationId="{157F4467-4B60-00AF-144D-FF2BE4E04CFC}"/>
          </ac:spMkLst>
        </pc:spChg>
        <pc:spChg chg="add del mod">
          <ac:chgData name="Firas Keshta" userId="7572a451d58265e9" providerId="LiveId" clId="{5EF64CEC-AB85-4AA3-AF69-3799BCCD930D}" dt="2025-05-19T23:28:21.318" v="1230"/>
          <ac:spMkLst>
            <pc:docMk/>
            <pc:sldMk cId="3623606675" sldId="268"/>
            <ac:spMk id="12" creationId="{DF0FA372-FB8D-AB71-FD3C-489FF5E5FBD6}"/>
          </ac:spMkLst>
        </pc:spChg>
        <pc:spChg chg="add del mod">
          <ac:chgData name="Firas Keshta" userId="7572a451d58265e9" providerId="LiveId" clId="{5EF64CEC-AB85-4AA3-AF69-3799BCCD930D}" dt="2025-05-19T23:28:10.525" v="1225" actId="22"/>
          <ac:spMkLst>
            <pc:docMk/>
            <pc:sldMk cId="3623606675" sldId="268"/>
            <ac:spMk id="14" creationId="{F4BD0EA7-8D92-1A80-5FB5-2CDEA09A5B50}"/>
          </ac:spMkLst>
        </pc:spChg>
      </pc:sldChg>
      <pc:sldChg chg="addSp modSp new mod modTransition setBg modAnim">
        <pc:chgData name="Firas Keshta" userId="7572a451d58265e9" providerId="LiveId" clId="{5EF64CEC-AB85-4AA3-AF69-3799BCCD930D}" dt="2025-05-20T00:10:32.077" v="1630"/>
        <pc:sldMkLst>
          <pc:docMk/>
          <pc:sldMk cId="3478291646" sldId="269"/>
        </pc:sldMkLst>
        <pc:spChg chg="add mod ord">
          <ac:chgData name="Firas Keshta" userId="7572a451d58265e9" providerId="LiveId" clId="{5EF64CEC-AB85-4AA3-AF69-3799BCCD930D}" dt="2025-05-20T00:07:29.592" v="1588" actId="27636"/>
          <ac:spMkLst>
            <pc:docMk/>
            <pc:sldMk cId="3478291646" sldId="269"/>
            <ac:spMk id="3" creationId="{9A96BD7C-47FC-E33C-6423-C89F3978E3C0}"/>
          </ac:spMkLst>
        </pc:spChg>
        <pc:spChg chg="add mod">
          <ac:chgData name="Firas Keshta" userId="7572a451d58265e9" providerId="LiveId" clId="{5EF64CEC-AB85-4AA3-AF69-3799BCCD930D}" dt="2025-05-20T00:06:45.586" v="1575" actId="26606"/>
          <ac:spMkLst>
            <pc:docMk/>
            <pc:sldMk cId="3478291646" sldId="269"/>
            <ac:spMk id="5" creationId="{1BA6E662-0497-051D-9E1E-2D01EE81E300}"/>
          </ac:spMkLst>
        </pc:spChg>
        <pc:spChg chg="add">
          <ac:chgData name="Firas Keshta" userId="7572a451d58265e9" providerId="LiveId" clId="{5EF64CEC-AB85-4AA3-AF69-3799BCCD930D}" dt="2025-05-20T00:06:45.586" v="1575" actId="26606"/>
          <ac:spMkLst>
            <pc:docMk/>
            <pc:sldMk cId="3478291646" sldId="269"/>
            <ac:spMk id="28" creationId="{DD7EED39-224E-4230-8FD1-B1E1AF6C6E36}"/>
          </ac:spMkLst>
        </pc:spChg>
        <pc:grpChg chg="add">
          <ac:chgData name="Firas Keshta" userId="7572a451d58265e9" providerId="LiveId" clId="{5EF64CEC-AB85-4AA3-AF69-3799BCCD930D}" dt="2025-05-20T00:06:45.586" v="1575" actId="26606"/>
          <ac:grpSpMkLst>
            <pc:docMk/>
            <pc:sldMk cId="3478291646" sldId="269"/>
            <ac:grpSpMk id="12" creationId="{260ACC13-B825-49F3-93DE-C8B8F2FA37A1}"/>
          </ac:grpSpMkLst>
        </pc:grpChg>
        <pc:grpChg chg="add">
          <ac:chgData name="Firas Keshta" userId="7572a451d58265e9" providerId="LiveId" clId="{5EF64CEC-AB85-4AA3-AF69-3799BCCD930D}" dt="2025-05-20T00:06:45.586" v="1575" actId="26606"/>
          <ac:grpSpMkLst>
            <pc:docMk/>
            <pc:sldMk cId="3478291646" sldId="269"/>
            <ac:grpSpMk id="20" creationId="{A2E861A3-F23C-46B8-A38A-4A22E453D993}"/>
          </ac:grpSpMkLst>
        </pc:grpChg>
        <pc:picChg chg="add mod">
          <ac:chgData name="Firas Keshta" userId="7572a451d58265e9" providerId="LiveId" clId="{5EF64CEC-AB85-4AA3-AF69-3799BCCD930D}" dt="2025-05-20T00:06:58.406" v="1582" actId="962"/>
          <ac:picMkLst>
            <pc:docMk/>
            <pc:sldMk cId="3478291646" sldId="269"/>
            <ac:picMk id="7" creationId="{280A5131-89EE-7BAF-1ECB-22CCE77F4143}"/>
          </ac:picMkLst>
        </pc:picChg>
      </pc:sldChg>
      <pc:sldChg chg="addSp delSp modSp new mod modTransition setBg modAnim">
        <pc:chgData name="Firas Keshta" userId="7572a451d58265e9" providerId="LiveId" clId="{5EF64CEC-AB85-4AA3-AF69-3799BCCD930D}" dt="2025-05-20T00:53:05.957" v="2096" actId="14100"/>
        <pc:sldMkLst>
          <pc:docMk/>
          <pc:sldMk cId="2436921952" sldId="270"/>
        </pc:sldMkLst>
        <pc:spChg chg="add mod">
          <ac:chgData name="Firas Keshta" userId="7572a451d58265e9" providerId="LiveId" clId="{5EF64CEC-AB85-4AA3-AF69-3799BCCD930D}" dt="2025-05-20T00:48:45.177" v="2020" actId="207"/>
          <ac:spMkLst>
            <pc:docMk/>
            <pc:sldMk cId="2436921952" sldId="270"/>
            <ac:spMk id="3" creationId="{94B8C4A6-2B4B-389B-FB31-55C1B2127AB3}"/>
          </ac:spMkLst>
        </pc:spChg>
        <pc:spChg chg="add del mod">
          <ac:chgData name="Firas Keshta" userId="7572a451d58265e9" providerId="LiveId" clId="{5EF64CEC-AB85-4AA3-AF69-3799BCCD930D}" dt="2025-05-20T00:42:30.984" v="1788" actId="21"/>
          <ac:spMkLst>
            <pc:docMk/>
            <pc:sldMk cId="2436921952" sldId="270"/>
            <ac:spMk id="6" creationId="{A1EFF275-64F2-FDA3-8B5E-CB1D8FCC742E}"/>
          </ac:spMkLst>
        </pc:spChg>
        <pc:picChg chg="add mod">
          <ac:chgData name="Firas Keshta" userId="7572a451d58265e9" providerId="LiveId" clId="{5EF64CEC-AB85-4AA3-AF69-3799BCCD930D}" dt="2025-05-20T00:53:05.957" v="2096" actId="14100"/>
          <ac:picMkLst>
            <pc:docMk/>
            <pc:sldMk cId="2436921952" sldId="270"/>
            <ac:picMk id="5" creationId="{93EA56C7-DDAD-1D39-9EAD-35DB8B98B56F}"/>
          </ac:picMkLst>
        </pc:picChg>
      </pc:sldChg>
      <pc:sldChg chg="addSp delSp modSp new del mod">
        <pc:chgData name="Firas Keshta" userId="7572a451d58265e9" providerId="LiveId" clId="{5EF64CEC-AB85-4AA3-AF69-3799BCCD930D}" dt="2025-05-20T00:30:42.592" v="1727" actId="2696"/>
        <pc:sldMkLst>
          <pc:docMk/>
          <pc:sldMk cId="1181214432" sldId="271"/>
        </pc:sldMkLst>
        <pc:spChg chg="add del mod">
          <ac:chgData name="Firas Keshta" userId="7572a451d58265e9" providerId="LiveId" clId="{5EF64CEC-AB85-4AA3-AF69-3799BCCD930D}" dt="2025-05-20T00:26:24.098" v="1668" actId="22"/>
          <ac:spMkLst>
            <pc:docMk/>
            <pc:sldMk cId="1181214432" sldId="271"/>
            <ac:spMk id="3" creationId="{8DA0B1DA-92D0-D790-7D44-DE7ACDBEBA25}"/>
          </ac:spMkLst>
        </pc:spChg>
        <pc:spChg chg="add">
          <ac:chgData name="Firas Keshta" userId="7572a451d58265e9" providerId="LiveId" clId="{5EF64CEC-AB85-4AA3-AF69-3799BCCD930D}" dt="2025-05-20T00:26:17.589" v="1654"/>
          <ac:spMkLst>
            <pc:docMk/>
            <pc:sldMk cId="1181214432" sldId="271"/>
            <ac:spMk id="4" creationId="{803E0EC5-2ED5-E640-403B-DFD2A6572971}"/>
          </ac:spMkLst>
        </pc:spChg>
        <pc:spChg chg="add mod">
          <ac:chgData name="Firas Keshta" userId="7572a451d58265e9" providerId="LiveId" clId="{5EF64CEC-AB85-4AA3-AF69-3799BCCD930D}" dt="2025-05-20T00:30:23.787" v="1724" actId="21"/>
          <ac:spMkLst>
            <pc:docMk/>
            <pc:sldMk cId="1181214432" sldId="271"/>
            <ac:spMk id="5" creationId="{1327D8DB-9A27-37BA-914A-35CDC943644E}"/>
          </ac:spMkLst>
        </pc:spChg>
        <pc:spChg chg="add mod">
          <ac:chgData name="Firas Keshta" userId="7572a451d58265e9" providerId="LiveId" clId="{5EF64CEC-AB85-4AA3-AF69-3799BCCD930D}" dt="2025-05-20T00:28:27.159" v="1707" actId="1076"/>
          <ac:spMkLst>
            <pc:docMk/>
            <pc:sldMk cId="1181214432" sldId="271"/>
            <ac:spMk id="6" creationId="{EFD28B86-B559-68D5-81C3-7B466AAD6D36}"/>
          </ac:spMkLst>
        </pc:spChg>
      </pc:sldChg>
      <pc:sldChg chg="modSp add mod modTransition modAnim">
        <pc:chgData name="Firas Keshta" userId="7572a451d58265e9" providerId="LiveId" clId="{5EF64CEC-AB85-4AA3-AF69-3799BCCD930D}" dt="2025-05-20T00:54:36.532" v="2097"/>
        <pc:sldMkLst>
          <pc:docMk/>
          <pc:sldMk cId="1678013884" sldId="272"/>
        </pc:sldMkLst>
        <pc:spChg chg="mod">
          <ac:chgData name="Firas Keshta" userId="7572a451d58265e9" providerId="LiveId" clId="{5EF64CEC-AB85-4AA3-AF69-3799BCCD930D}" dt="2025-05-20T00:30:08.572" v="1722" actId="20577"/>
          <ac:spMkLst>
            <pc:docMk/>
            <pc:sldMk cId="1678013884" sldId="272"/>
            <ac:spMk id="3" creationId="{FECF4917-768E-FC89-2730-1A55F04A773E}"/>
          </ac:spMkLst>
        </pc:spChg>
      </pc:sldChg>
      <pc:sldChg chg="modSp add modTransition modAnim">
        <pc:chgData name="Firas Keshta" userId="7572a451d58265e9" providerId="LiveId" clId="{5EF64CEC-AB85-4AA3-AF69-3799BCCD930D}" dt="2025-05-20T00:55:03.450" v="2101"/>
        <pc:sldMkLst>
          <pc:docMk/>
          <pc:sldMk cId="263566052" sldId="273"/>
        </pc:sldMkLst>
        <pc:spChg chg="mod">
          <ac:chgData name="Firas Keshta" userId="7572a451d58265e9" providerId="LiveId" clId="{5EF64CEC-AB85-4AA3-AF69-3799BCCD930D}" dt="2025-05-20T00:30:34.421" v="1726" actId="255"/>
          <ac:spMkLst>
            <pc:docMk/>
            <pc:sldMk cId="263566052" sldId="273"/>
            <ac:spMk id="3" creationId="{2948806A-68BB-AC3C-91D7-CD7C67CCFA5A}"/>
          </ac:spMkLst>
        </pc:spChg>
      </pc:sldChg>
      <pc:sldChg chg="addSp delSp add del setBg delDesignElem">
        <pc:chgData name="Firas Keshta" userId="7572a451d58265e9" providerId="LiveId" clId="{5EF64CEC-AB85-4AA3-AF69-3799BCCD930D}" dt="2025-05-20T00:29:01.114" v="1711"/>
        <pc:sldMkLst>
          <pc:docMk/>
          <pc:sldMk cId="3585402820" sldId="273"/>
        </pc:sldMkLst>
        <pc:spChg chg="add del">
          <ac:chgData name="Firas Keshta" userId="7572a451d58265e9" providerId="LiveId" clId="{5EF64CEC-AB85-4AA3-AF69-3799BCCD930D}" dt="2025-05-20T00:29:01.114" v="1711"/>
          <ac:spMkLst>
            <pc:docMk/>
            <pc:sldMk cId="3585402820" sldId="273"/>
            <ac:spMk id="33" creationId="{EF56F203-ECBF-ED35-BD95-AF45E509528A}"/>
          </ac:spMkLst>
        </pc:spChg>
        <pc:grpChg chg="add del">
          <ac:chgData name="Firas Keshta" userId="7572a451d58265e9" providerId="LiveId" clId="{5EF64CEC-AB85-4AA3-AF69-3799BCCD930D}" dt="2025-05-20T00:29:01.114" v="1711"/>
          <ac:grpSpMkLst>
            <pc:docMk/>
            <pc:sldMk cId="3585402820" sldId="273"/>
            <ac:grpSpMk id="9" creationId="{A6939DD9-D7BC-A478-146F-A05FE3BD9B9A}"/>
          </ac:grpSpMkLst>
        </pc:grpChg>
        <pc:grpChg chg="add del">
          <ac:chgData name="Firas Keshta" userId="7572a451d58265e9" providerId="LiveId" clId="{5EF64CEC-AB85-4AA3-AF69-3799BCCD930D}" dt="2025-05-20T00:29:01.114" v="1711"/>
          <ac:grpSpMkLst>
            <pc:docMk/>
            <pc:sldMk cId="3585402820" sldId="273"/>
            <ac:grpSpMk id="19" creationId="{7D283708-3478-9017-38B1-B284FC055A66}"/>
          </ac:grpSpMkLst>
        </pc:grpChg>
        <pc:grpChg chg="add del">
          <ac:chgData name="Firas Keshta" userId="7572a451d58265e9" providerId="LiveId" clId="{5EF64CEC-AB85-4AA3-AF69-3799BCCD930D}" dt="2025-05-20T00:29:01.114" v="1711"/>
          <ac:grpSpMkLst>
            <pc:docMk/>
            <pc:sldMk cId="3585402820" sldId="273"/>
            <ac:grpSpMk id="23" creationId="{AA62965E-8A8E-9F55-0193-93972F91492F}"/>
          </ac:grpSpMkLst>
        </pc:grpChg>
      </pc:sldChg>
      <pc:sldChg chg="addSp delSp modSp new mod modTransition setBg">
        <pc:chgData name="Firas Keshta" userId="7572a451d58265e9" providerId="LiveId" clId="{5EF64CEC-AB85-4AA3-AF69-3799BCCD930D}" dt="2025-05-20T00:34:50.606" v="1771"/>
        <pc:sldMkLst>
          <pc:docMk/>
          <pc:sldMk cId="1159062508" sldId="274"/>
        </pc:sldMkLst>
        <pc:spChg chg="add mod ord">
          <ac:chgData name="Firas Keshta" userId="7572a451d58265e9" providerId="LiveId" clId="{5EF64CEC-AB85-4AA3-AF69-3799BCCD930D}" dt="2025-05-20T00:32:33.678" v="1762" actId="26606"/>
          <ac:spMkLst>
            <pc:docMk/>
            <pc:sldMk cId="1159062508" sldId="274"/>
            <ac:spMk id="2" creationId="{FA5F57A1-D38F-719A-542D-684C579A53CA}"/>
          </ac:spMkLst>
        </pc:spChg>
        <pc:grpChg chg="add del">
          <ac:chgData name="Firas Keshta" userId="7572a451d58265e9" providerId="LiveId" clId="{5EF64CEC-AB85-4AA3-AF69-3799BCCD930D}" dt="2025-05-20T00:32:33.678" v="1762" actId="26606"/>
          <ac:grpSpMkLst>
            <pc:docMk/>
            <pc:sldMk cId="1159062508" sldId="274"/>
            <ac:grpSpMk id="8" creationId="{08F94D66-27EC-4CB8-8226-D7F41C161863}"/>
          </ac:grpSpMkLst>
        </pc:grpChg>
        <pc:grpChg chg="add del">
          <ac:chgData name="Firas Keshta" userId="7572a451d58265e9" providerId="LiveId" clId="{5EF64CEC-AB85-4AA3-AF69-3799BCCD930D}" dt="2025-05-20T00:32:33.678" v="1762" actId="26606"/>
          <ac:grpSpMkLst>
            <pc:docMk/>
            <pc:sldMk cId="1159062508" sldId="274"/>
            <ac:grpSpMk id="16" creationId="{503816F2-40D5-4C23-AF57-063E3923610A}"/>
          </ac:grpSpMkLst>
        </pc:grpChg>
        <pc:picChg chg="add mod">
          <ac:chgData name="Firas Keshta" userId="7572a451d58265e9" providerId="LiveId" clId="{5EF64CEC-AB85-4AA3-AF69-3799BCCD930D}" dt="2025-05-20T00:32:33.678" v="1762" actId="26606"/>
          <ac:picMkLst>
            <pc:docMk/>
            <pc:sldMk cId="1159062508" sldId="274"/>
            <ac:picMk id="3" creationId="{B4D6AAA6-CDCA-D466-79DE-ABB141D13944}"/>
          </ac:picMkLst>
        </pc:picChg>
      </pc:sldChg>
      <pc:sldMasterChg chg="add del addSldLayout delSldLayout">
        <pc:chgData name="Firas Keshta" userId="7572a451d58265e9" providerId="LiveId" clId="{5EF64CEC-AB85-4AA3-AF69-3799BCCD930D}" dt="2025-05-19T21:07:59.803" v="3" actId="26606"/>
        <pc:sldMasterMkLst>
          <pc:docMk/>
          <pc:sldMasterMk cId="2374131869" sldId="2147483660"/>
        </pc:sldMasterMkLst>
        <pc:sldLayoutChg chg="add del">
          <pc:chgData name="Firas Keshta" userId="7572a451d58265e9" providerId="LiveId" clId="{5EF64CEC-AB85-4AA3-AF69-3799BCCD930D}" dt="2025-05-19T21:07:59.803" v="3" actId="26606"/>
          <pc:sldLayoutMkLst>
            <pc:docMk/>
            <pc:sldMasterMk cId="2374131869" sldId="2147483660"/>
            <pc:sldLayoutMk cId="3097256503" sldId="2147483661"/>
          </pc:sldLayoutMkLst>
        </pc:sldLayoutChg>
        <pc:sldLayoutChg chg="add del">
          <pc:chgData name="Firas Keshta" userId="7572a451d58265e9" providerId="LiveId" clId="{5EF64CEC-AB85-4AA3-AF69-3799BCCD930D}" dt="2025-05-19T21:07:59.803" v="3" actId="26606"/>
          <pc:sldLayoutMkLst>
            <pc:docMk/>
            <pc:sldMasterMk cId="2374131869" sldId="2147483660"/>
            <pc:sldLayoutMk cId="3921193303" sldId="2147483662"/>
          </pc:sldLayoutMkLst>
        </pc:sldLayoutChg>
        <pc:sldLayoutChg chg="add del">
          <pc:chgData name="Firas Keshta" userId="7572a451d58265e9" providerId="LiveId" clId="{5EF64CEC-AB85-4AA3-AF69-3799BCCD930D}" dt="2025-05-19T21:07:59.803" v="3" actId="26606"/>
          <pc:sldLayoutMkLst>
            <pc:docMk/>
            <pc:sldMasterMk cId="2374131869" sldId="2147483660"/>
            <pc:sldLayoutMk cId="2045861867" sldId="2147483663"/>
          </pc:sldLayoutMkLst>
        </pc:sldLayoutChg>
        <pc:sldLayoutChg chg="add del">
          <pc:chgData name="Firas Keshta" userId="7572a451d58265e9" providerId="LiveId" clId="{5EF64CEC-AB85-4AA3-AF69-3799BCCD930D}" dt="2025-05-19T21:07:59.803" v="3" actId="26606"/>
          <pc:sldLayoutMkLst>
            <pc:docMk/>
            <pc:sldMasterMk cId="2374131869" sldId="2147483660"/>
            <pc:sldLayoutMk cId="2644152509" sldId="2147483664"/>
          </pc:sldLayoutMkLst>
        </pc:sldLayoutChg>
        <pc:sldLayoutChg chg="add del">
          <pc:chgData name="Firas Keshta" userId="7572a451d58265e9" providerId="LiveId" clId="{5EF64CEC-AB85-4AA3-AF69-3799BCCD930D}" dt="2025-05-19T21:07:59.803" v="3" actId="26606"/>
          <pc:sldLayoutMkLst>
            <pc:docMk/>
            <pc:sldMasterMk cId="2374131869" sldId="2147483660"/>
            <pc:sldLayoutMk cId="3404718408" sldId="2147483665"/>
          </pc:sldLayoutMkLst>
        </pc:sldLayoutChg>
        <pc:sldLayoutChg chg="add del">
          <pc:chgData name="Firas Keshta" userId="7572a451d58265e9" providerId="LiveId" clId="{5EF64CEC-AB85-4AA3-AF69-3799BCCD930D}" dt="2025-05-19T21:07:59.803" v="3" actId="26606"/>
          <pc:sldLayoutMkLst>
            <pc:docMk/>
            <pc:sldMasterMk cId="2374131869" sldId="2147483660"/>
            <pc:sldLayoutMk cId="2041117816" sldId="2147483666"/>
          </pc:sldLayoutMkLst>
        </pc:sldLayoutChg>
        <pc:sldLayoutChg chg="add del">
          <pc:chgData name="Firas Keshta" userId="7572a451d58265e9" providerId="LiveId" clId="{5EF64CEC-AB85-4AA3-AF69-3799BCCD930D}" dt="2025-05-19T21:07:59.803" v="3" actId="26606"/>
          <pc:sldLayoutMkLst>
            <pc:docMk/>
            <pc:sldMasterMk cId="2374131869" sldId="2147483660"/>
            <pc:sldLayoutMk cId="459955766" sldId="2147483667"/>
          </pc:sldLayoutMkLst>
        </pc:sldLayoutChg>
        <pc:sldLayoutChg chg="add del">
          <pc:chgData name="Firas Keshta" userId="7572a451d58265e9" providerId="LiveId" clId="{5EF64CEC-AB85-4AA3-AF69-3799BCCD930D}" dt="2025-05-19T21:07:59.803" v="3" actId="26606"/>
          <pc:sldLayoutMkLst>
            <pc:docMk/>
            <pc:sldMasterMk cId="2374131869" sldId="2147483660"/>
            <pc:sldLayoutMk cId="1358591127" sldId="2147483668"/>
          </pc:sldLayoutMkLst>
        </pc:sldLayoutChg>
        <pc:sldLayoutChg chg="add del">
          <pc:chgData name="Firas Keshta" userId="7572a451d58265e9" providerId="LiveId" clId="{5EF64CEC-AB85-4AA3-AF69-3799BCCD930D}" dt="2025-05-19T21:07:59.803" v="3" actId="26606"/>
          <pc:sldLayoutMkLst>
            <pc:docMk/>
            <pc:sldMasterMk cId="2374131869" sldId="2147483660"/>
            <pc:sldLayoutMk cId="4091234797" sldId="2147483669"/>
          </pc:sldLayoutMkLst>
        </pc:sldLayoutChg>
        <pc:sldLayoutChg chg="add del">
          <pc:chgData name="Firas Keshta" userId="7572a451d58265e9" providerId="LiveId" clId="{5EF64CEC-AB85-4AA3-AF69-3799BCCD930D}" dt="2025-05-19T21:07:59.803" v="3" actId="26606"/>
          <pc:sldLayoutMkLst>
            <pc:docMk/>
            <pc:sldMasterMk cId="2374131869" sldId="2147483660"/>
            <pc:sldLayoutMk cId="3958649849" sldId="2147483670"/>
          </pc:sldLayoutMkLst>
        </pc:sldLayoutChg>
        <pc:sldLayoutChg chg="add del">
          <pc:chgData name="Firas Keshta" userId="7572a451d58265e9" providerId="LiveId" clId="{5EF64CEC-AB85-4AA3-AF69-3799BCCD930D}" dt="2025-05-19T21:07:59.803" v="3" actId="26606"/>
          <pc:sldLayoutMkLst>
            <pc:docMk/>
            <pc:sldMasterMk cId="2374131869" sldId="2147483660"/>
            <pc:sldLayoutMk cId="1299066711" sldId="2147483671"/>
          </pc:sldLayoutMkLst>
        </pc:sldLayoutChg>
        <pc:sldLayoutChg chg="add del">
          <pc:chgData name="Firas Keshta" userId="7572a451d58265e9" providerId="LiveId" clId="{5EF64CEC-AB85-4AA3-AF69-3799BCCD930D}" dt="2025-05-19T21:07:59.803" v="3" actId="26606"/>
          <pc:sldLayoutMkLst>
            <pc:docMk/>
            <pc:sldMasterMk cId="2374131869" sldId="2147483660"/>
            <pc:sldLayoutMk cId="3904512097" sldId="2147483672"/>
          </pc:sldLayoutMkLst>
        </pc:sldLayoutChg>
        <pc:sldLayoutChg chg="add del">
          <pc:chgData name="Firas Keshta" userId="7572a451d58265e9" providerId="LiveId" clId="{5EF64CEC-AB85-4AA3-AF69-3799BCCD930D}" dt="2025-05-19T21:07:59.803" v="3" actId="26606"/>
          <pc:sldLayoutMkLst>
            <pc:docMk/>
            <pc:sldMasterMk cId="2374131869" sldId="2147483660"/>
            <pc:sldLayoutMk cId="4012653935" sldId="2147483673"/>
          </pc:sldLayoutMkLst>
        </pc:sldLayoutChg>
        <pc:sldLayoutChg chg="add del">
          <pc:chgData name="Firas Keshta" userId="7572a451d58265e9" providerId="LiveId" clId="{5EF64CEC-AB85-4AA3-AF69-3799BCCD930D}" dt="2025-05-19T21:07:59.803" v="3" actId="26606"/>
          <pc:sldLayoutMkLst>
            <pc:docMk/>
            <pc:sldMasterMk cId="2374131869" sldId="2147483660"/>
            <pc:sldLayoutMk cId="2607841284" sldId="2147483674"/>
          </pc:sldLayoutMkLst>
        </pc:sldLayoutChg>
        <pc:sldLayoutChg chg="add del">
          <pc:chgData name="Firas Keshta" userId="7572a451d58265e9" providerId="LiveId" clId="{5EF64CEC-AB85-4AA3-AF69-3799BCCD930D}" dt="2025-05-19T21:07:59.803" v="3" actId="26606"/>
          <pc:sldLayoutMkLst>
            <pc:docMk/>
            <pc:sldMasterMk cId="2374131869" sldId="2147483660"/>
            <pc:sldLayoutMk cId="3093786293" sldId="2147483675"/>
          </pc:sldLayoutMkLst>
        </pc:sldLayoutChg>
        <pc:sldLayoutChg chg="add del">
          <pc:chgData name="Firas Keshta" userId="7572a451d58265e9" providerId="LiveId" clId="{5EF64CEC-AB85-4AA3-AF69-3799BCCD930D}" dt="2025-05-19T21:07:59.803" v="3" actId="26606"/>
          <pc:sldLayoutMkLst>
            <pc:docMk/>
            <pc:sldMasterMk cId="2374131869" sldId="2147483660"/>
            <pc:sldLayoutMk cId="1853572401" sldId="2147483676"/>
          </pc:sldLayoutMkLst>
        </pc:sldLayoutChg>
        <pc:sldLayoutChg chg="add del">
          <pc:chgData name="Firas Keshta" userId="7572a451d58265e9" providerId="LiveId" clId="{5EF64CEC-AB85-4AA3-AF69-3799BCCD930D}" dt="2025-05-19T21:07:59.803" v="3" actId="26606"/>
          <pc:sldLayoutMkLst>
            <pc:docMk/>
            <pc:sldMasterMk cId="2374131869" sldId="2147483660"/>
            <pc:sldLayoutMk cId="3225470869" sldId="2147483677"/>
          </pc:sldLayoutMkLst>
        </pc:sldLayoutChg>
      </pc:sldMasterChg>
      <pc:sldMasterChg chg="add del addSldLayout delSldLayout">
        <pc:chgData name="Firas Keshta" userId="7572a451d58265e9" providerId="LiveId" clId="{5EF64CEC-AB85-4AA3-AF69-3799BCCD930D}" dt="2025-05-19T21:07:59.803" v="3" actId="26606"/>
        <pc:sldMasterMkLst>
          <pc:docMk/>
          <pc:sldMasterMk cId="3292610084" sldId="2147483750"/>
        </pc:sldMasterMkLst>
        <pc:sldLayoutChg chg="add del">
          <pc:chgData name="Firas Keshta" userId="7572a451d58265e9" providerId="LiveId" clId="{5EF64CEC-AB85-4AA3-AF69-3799BCCD930D}" dt="2025-05-19T21:07:59.803" v="3" actId="26606"/>
          <pc:sldLayoutMkLst>
            <pc:docMk/>
            <pc:sldMasterMk cId="3292610084" sldId="2147483750"/>
            <pc:sldLayoutMk cId="1680100259" sldId="2147483739"/>
          </pc:sldLayoutMkLst>
        </pc:sldLayoutChg>
        <pc:sldLayoutChg chg="add del">
          <pc:chgData name="Firas Keshta" userId="7572a451d58265e9" providerId="LiveId" clId="{5EF64CEC-AB85-4AA3-AF69-3799BCCD930D}" dt="2025-05-19T21:07:59.803" v="3" actId="26606"/>
          <pc:sldLayoutMkLst>
            <pc:docMk/>
            <pc:sldMasterMk cId="3292610084" sldId="2147483750"/>
            <pc:sldLayoutMk cId="1671233973" sldId="2147483740"/>
          </pc:sldLayoutMkLst>
        </pc:sldLayoutChg>
        <pc:sldLayoutChg chg="add del">
          <pc:chgData name="Firas Keshta" userId="7572a451d58265e9" providerId="LiveId" clId="{5EF64CEC-AB85-4AA3-AF69-3799BCCD930D}" dt="2025-05-19T21:07:59.803" v="3" actId="26606"/>
          <pc:sldLayoutMkLst>
            <pc:docMk/>
            <pc:sldMasterMk cId="3292610084" sldId="2147483750"/>
            <pc:sldLayoutMk cId="142356760" sldId="2147483741"/>
          </pc:sldLayoutMkLst>
        </pc:sldLayoutChg>
        <pc:sldLayoutChg chg="add del">
          <pc:chgData name="Firas Keshta" userId="7572a451d58265e9" providerId="LiveId" clId="{5EF64CEC-AB85-4AA3-AF69-3799BCCD930D}" dt="2025-05-19T21:07:59.803" v="3" actId="26606"/>
          <pc:sldLayoutMkLst>
            <pc:docMk/>
            <pc:sldMasterMk cId="3292610084" sldId="2147483750"/>
            <pc:sldLayoutMk cId="606707970" sldId="2147483742"/>
          </pc:sldLayoutMkLst>
        </pc:sldLayoutChg>
        <pc:sldLayoutChg chg="add del">
          <pc:chgData name="Firas Keshta" userId="7572a451d58265e9" providerId="LiveId" clId="{5EF64CEC-AB85-4AA3-AF69-3799BCCD930D}" dt="2025-05-19T21:07:59.803" v="3" actId="26606"/>
          <pc:sldLayoutMkLst>
            <pc:docMk/>
            <pc:sldMasterMk cId="3292610084" sldId="2147483750"/>
            <pc:sldLayoutMk cId="2162388936" sldId="2147483743"/>
          </pc:sldLayoutMkLst>
        </pc:sldLayoutChg>
        <pc:sldLayoutChg chg="add del">
          <pc:chgData name="Firas Keshta" userId="7572a451d58265e9" providerId="LiveId" clId="{5EF64CEC-AB85-4AA3-AF69-3799BCCD930D}" dt="2025-05-19T21:07:59.803" v="3" actId="26606"/>
          <pc:sldLayoutMkLst>
            <pc:docMk/>
            <pc:sldMasterMk cId="3292610084" sldId="2147483750"/>
            <pc:sldLayoutMk cId="4257312816" sldId="2147483744"/>
          </pc:sldLayoutMkLst>
        </pc:sldLayoutChg>
        <pc:sldLayoutChg chg="add del">
          <pc:chgData name="Firas Keshta" userId="7572a451d58265e9" providerId="LiveId" clId="{5EF64CEC-AB85-4AA3-AF69-3799BCCD930D}" dt="2025-05-19T21:07:59.803" v="3" actId="26606"/>
          <pc:sldLayoutMkLst>
            <pc:docMk/>
            <pc:sldMasterMk cId="3292610084" sldId="2147483750"/>
            <pc:sldLayoutMk cId="832949536" sldId="2147483745"/>
          </pc:sldLayoutMkLst>
        </pc:sldLayoutChg>
        <pc:sldLayoutChg chg="add del">
          <pc:chgData name="Firas Keshta" userId="7572a451d58265e9" providerId="LiveId" clId="{5EF64CEC-AB85-4AA3-AF69-3799BCCD930D}" dt="2025-05-19T21:07:59.803" v="3" actId="26606"/>
          <pc:sldLayoutMkLst>
            <pc:docMk/>
            <pc:sldMasterMk cId="3292610084" sldId="2147483750"/>
            <pc:sldLayoutMk cId="2290211810" sldId="2147483746"/>
          </pc:sldLayoutMkLst>
        </pc:sldLayoutChg>
        <pc:sldLayoutChg chg="add del">
          <pc:chgData name="Firas Keshta" userId="7572a451d58265e9" providerId="LiveId" clId="{5EF64CEC-AB85-4AA3-AF69-3799BCCD930D}" dt="2025-05-19T21:07:59.803" v="3" actId="26606"/>
          <pc:sldLayoutMkLst>
            <pc:docMk/>
            <pc:sldMasterMk cId="3292610084" sldId="2147483750"/>
            <pc:sldLayoutMk cId="40973111" sldId="2147483747"/>
          </pc:sldLayoutMkLst>
        </pc:sldLayoutChg>
        <pc:sldLayoutChg chg="add del">
          <pc:chgData name="Firas Keshta" userId="7572a451d58265e9" providerId="LiveId" clId="{5EF64CEC-AB85-4AA3-AF69-3799BCCD930D}" dt="2025-05-19T21:07:59.803" v="3" actId="26606"/>
          <pc:sldLayoutMkLst>
            <pc:docMk/>
            <pc:sldMasterMk cId="3292610084" sldId="2147483750"/>
            <pc:sldLayoutMk cId="2612240030" sldId="2147483748"/>
          </pc:sldLayoutMkLst>
        </pc:sldLayoutChg>
        <pc:sldLayoutChg chg="add del">
          <pc:chgData name="Firas Keshta" userId="7572a451d58265e9" providerId="LiveId" clId="{5EF64CEC-AB85-4AA3-AF69-3799BCCD930D}" dt="2025-05-19T21:07:59.803" v="3" actId="26606"/>
          <pc:sldLayoutMkLst>
            <pc:docMk/>
            <pc:sldMasterMk cId="3292610084" sldId="2147483750"/>
            <pc:sldLayoutMk cId="2691544423" sldId="21474837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BB6B-747C-4DAA-BE93-EEFAD7056A7B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3BB46-0E4C-4AB2-BE59-06A041604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256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BB6B-747C-4DAA-BE93-EEFAD7056A7B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2D3BB46-0E4C-4AB2-BE59-06A041604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193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BB6B-747C-4DAA-BE93-EEFAD7056A7B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3BB46-0E4C-4AB2-BE59-06A041604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861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BB6B-747C-4DAA-BE93-EEFAD7056A7B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3BB46-0E4C-4AB2-BE59-06A041604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15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BB6B-747C-4DAA-BE93-EEFAD7056A7B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3BB46-0E4C-4AB2-BE59-06A041604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718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BB6B-747C-4DAA-BE93-EEFAD7056A7B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3BB46-0E4C-4AB2-BE59-06A041604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117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BB6B-747C-4DAA-BE93-EEFAD7056A7B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3BB46-0E4C-4AB2-BE59-06A041604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955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BB6B-747C-4DAA-BE93-EEFAD7056A7B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3BB46-0E4C-4AB2-BE59-06A041604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591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BB6B-747C-4DAA-BE93-EEFAD7056A7B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3BB46-0E4C-4AB2-BE59-06A041604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234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BB6B-747C-4DAA-BE93-EEFAD7056A7B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3BB46-0E4C-4AB2-BE59-06A041604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649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BB6B-747C-4DAA-BE93-EEFAD7056A7B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3BB46-0E4C-4AB2-BE59-06A041604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0667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BB6B-747C-4DAA-BE93-EEFAD7056A7B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3BB46-0E4C-4AB2-BE59-06A041604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512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BB6B-747C-4DAA-BE93-EEFAD7056A7B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3BB46-0E4C-4AB2-BE59-06A041604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653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BB6B-747C-4DAA-BE93-EEFAD7056A7B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3BB46-0E4C-4AB2-BE59-06A041604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8412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BB6B-747C-4DAA-BE93-EEFAD7056A7B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3BB46-0E4C-4AB2-BE59-06A041604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862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BB6B-747C-4DAA-BE93-EEFAD7056A7B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3BB46-0E4C-4AB2-BE59-06A041604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5724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BB6B-747C-4DAA-BE93-EEFAD7056A7B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3BB46-0E4C-4AB2-BE59-06A041604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70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BE7BB6B-747C-4DAA-BE93-EEFAD7056A7B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2D3BB46-0E4C-4AB2-BE59-06A041604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131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DF686-07C8-C931-F432-761E8451AA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180" y="2144526"/>
            <a:ext cx="10923639" cy="128447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Student Exam Performance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3BFA1D-4B9B-0F04-0841-B62A8CE1BE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3595" y="3996267"/>
            <a:ext cx="6987645" cy="1388534"/>
          </a:xfrm>
        </p:spPr>
        <p:txBody>
          <a:bodyPr/>
          <a:lstStyle/>
          <a:p>
            <a:pPr algn="l"/>
            <a:r>
              <a:rPr lang="en-US" dirty="0"/>
              <a:t>Supervised By: Prof. Khaled Saada </a:t>
            </a:r>
          </a:p>
          <a:p>
            <a:pPr algn="l"/>
            <a:r>
              <a:rPr lang="en-US" dirty="0"/>
              <a:t>Artificial Intelligence</a:t>
            </a:r>
          </a:p>
        </p:txBody>
      </p:sp>
      <p:pic>
        <p:nvPicPr>
          <p:cNvPr id="6" name="Picture 5" descr="A black background with grey and blue text&#10;&#10;AI-generated content may be incorrect.">
            <a:extLst>
              <a:ext uri="{FF2B5EF4-FFF2-40B4-BE49-F238E27FC236}">
                <a16:creationId xmlns:a16="http://schemas.microsoft.com/office/drawing/2014/main" id="{5144B377-D4D0-96A0-2CC2-1E00034BCC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218" y="468116"/>
            <a:ext cx="2184400" cy="539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9BACED-7CA7-AE31-6677-F4A8384C02CF}"/>
              </a:ext>
            </a:extLst>
          </p:cNvPr>
          <p:cNvSpPr txBox="1"/>
          <p:nvPr/>
        </p:nvSpPr>
        <p:spPr>
          <a:xfrm>
            <a:off x="9043219" y="4984955"/>
            <a:ext cx="25809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Team members:</a:t>
            </a:r>
          </a:p>
          <a:p>
            <a:pPr marL="457200" indent="-457200">
              <a:buFontTx/>
              <a:buChar char="-"/>
            </a:pPr>
            <a:r>
              <a:rPr lang="en-US" sz="1800" b="1" dirty="0"/>
              <a:t>Feras Mohammed</a:t>
            </a:r>
          </a:p>
          <a:p>
            <a:pPr marL="457200" indent="-457200">
              <a:buFontTx/>
              <a:buChar char="-"/>
            </a:pPr>
            <a:r>
              <a:rPr lang="en-US" sz="1800" b="1" dirty="0"/>
              <a:t>Essam Saleem</a:t>
            </a:r>
          </a:p>
          <a:p>
            <a:pPr marL="457200" indent="-457200">
              <a:buFontTx/>
              <a:buChar char="-"/>
            </a:pPr>
            <a:r>
              <a:rPr lang="en-US" sz="1800" b="1" dirty="0"/>
              <a:t>Belal Waheed</a:t>
            </a:r>
          </a:p>
          <a:p>
            <a:pPr marL="457200" indent="-457200">
              <a:buFontTx/>
              <a:buChar char="-"/>
            </a:pPr>
            <a:r>
              <a:rPr lang="en-US" sz="1800" b="1" dirty="0"/>
              <a:t>Mohammed Saber</a:t>
            </a:r>
          </a:p>
        </p:txBody>
      </p:sp>
    </p:spTree>
    <p:extLst>
      <p:ext uri="{BB962C8B-B14F-4D97-AF65-F5344CB8AC3E}">
        <p14:creationId xmlns:p14="http://schemas.microsoft.com/office/powerpoint/2010/main" val="1511027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7CD583A-524A-EF19-AB17-BFB2641E14FF}"/>
              </a:ext>
            </a:extLst>
          </p:cNvPr>
          <p:cNvSpPr/>
          <p:nvPr/>
        </p:nvSpPr>
        <p:spPr>
          <a:xfrm rot="2526336">
            <a:off x="1827714" y="2067811"/>
            <a:ext cx="2023281" cy="2062549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EEDE61-9FB8-1258-2A9B-E14E8FA290E4}"/>
              </a:ext>
            </a:extLst>
          </p:cNvPr>
          <p:cNvSpPr/>
          <p:nvPr/>
        </p:nvSpPr>
        <p:spPr>
          <a:xfrm rot="2526336">
            <a:off x="3404202" y="3511228"/>
            <a:ext cx="2023281" cy="2062549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75116A9-6064-E96A-8FA7-807A4D64C03C}"/>
              </a:ext>
            </a:extLst>
          </p:cNvPr>
          <p:cNvSpPr/>
          <p:nvPr/>
        </p:nvSpPr>
        <p:spPr>
          <a:xfrm rot="2526336">
            <a:off x="4846217" y="1931226"/>
            <a:ext cx="2023281" cy="2062549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5E7C2F-2E8B-09A6-4BF6-1C7444A666ED}"/>
              </a:ext>
            </a:extLst>
          </p:cNvPr>
          <p:cNvSpPr/>
          <p:nvPr/>
        </p:nvSpPr>
        <p:spPr>
          <a:xfrm rot="2526336">
            <a:off x="6422705" y="3374643"/>
            <a:ext cx="2023281" cy="2062549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230325-8050-D6A0-47B4-E672D336E03E}"/>
              </a:ext>
            </a:extLst>
          </p:cNvPr>
          <p:cNvSpPr/>
          <p:nvPr/>
        </p:nvSpPr>
        <p:spPr>
          <a:xfrm rot="2526336">
            <a:off x="7864720" y="1799882"/>
            <a:ext cx="2023281" cy="2062549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29426A-B1A2-54E6-5DCD-91CF9E0BCCB9}"/>
              </a:ext>
            </a:extLst>
          </p:cNvPr>
          <p:cNvSpPr/>
          <p:nvPr/>
        </p:nvSpPr>
        <p:spPr>
          <a:xfrm rot="2526336">
            <a:off x="9441208" y="3173940"/>
            <a:ext cx="2023281" cy="2062549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767AD5-56E3-5BDF-F785-B581C425F4B9}"/>
              </a:ext>
            </a:extLst>
          </p:cNvPr>
          <p:cNvSpPr txBox="1"/>
          <p:nvPr/>
        </p:nvSpPr>
        <p:spPr>
          <a:xfrm>
            <a:off x="2615380" y="29625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D807B6-5032-DFFB-BF51-7FB606E29FCC}"/>
              </a:ext>
            </a:extLst>
          </p:cNvPr>
          <p:cNvSpPr txBox="1"/>
          <p:nvPr/>
        </p:nvSpPr>
        <p:spPr>
          <a:xfrm>
            <a:off x="1734068" y="2858052"/>
            <a:ext cx="215975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Project Overview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003875-0F99-69B5-723C-90E7F63A126C}"/>
              </a:ext>
            </a:extLst>
          </p:cNvPr>
          <p:cNvSpPr txBox="1"/>
          <p:nvPr/>
        </p:nvSpPr>
        <p:spPr>
          <a:xfrm>
            <a:off x="3142664" y="4055341"/>
            <a:ext cx="24853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Project Objectives</a:t>
            </a:r>
            <a:endParaRPr lang="en-US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6EDE2C-DBDD-75B4-6373-A9D71C2B3F67}"/>
              </a:ext>
            </a:extLst>
          </p:cNvPr>
          <p:cNvSpPr txBox="1"/>
          <p:nvPr/>
        </p:nvSpPr>
        <p:spPr>
          <a:xfrm>
            <a:off x="4825538" y="2545087"/>
            <a:ext cx="2125847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Libraries &amp; Tools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3CF980-85A7-5DD5-8ECC-463815D4F460}"/>
              </a:ext>
            </a:extLst>
          </p:cNvPr>
          <p:cNvSpPr txBox="1"/>
          <p:nvPr/>
        </p:nvSpPr>
        <p:spPr>
          <a:xfrm>
            <a:off x="6460889" y="3876501"/>
            <a:ext cx="214004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Data Preprocessing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6F5D34-111D-9200-9C67-91E18B743F25}"/>
              </a:ext>
            </a:extLst>
          </p:cNvPr>
          <p:cNvSpPr txBox="1"/>
          <p:nvPr/>
        </p:nvSpPr>
        <p:spPr>
          <a:xfrm>
            <a:off x="9130362" y="3926910"/>
            <a:ext cx="26382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Model Training &amp; Results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6B9CBB-75F3-11EF-B2E7-1CBA6C21455E}"/>
              </a:ext>
            </a:extLst>
          </p:cNvPr>
          <p:cNvSpPr txBox="1"/>
          <p:nvPr/>
        </p:nvSpPr>
        <p:spPr>
          <a:xfrm>
            <a:off x="7628650" y="2433083"/>
            <a:ext cx="24689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Feature Engineering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B83D640-8C2B-DA72-8C2E-EF9D24D31486}"/>
              </a:ext>
            </a:extLst>
          </p:cNvPr>
          <p:cNvSpPr txBox="1"/>
          <p:nvPr/>
        </p:nvSpPr>
        <p:spPr>
          <a:xfrm>
            <a:off x="1685031" y="591559"/>
            <a:ext cx="23086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/>
              <a:t>SUBJECTS</a:t>
            </a: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3763D142-96F3-FA07-090B-F94637C173D2}"/>
              </a:ext>
            </a:extLst>
          </p:cNvPr>
          <p:cNvSpPr/>
          <p:nvPr/>
        </p:nvSpPr>
        <p:spPr>
          <a:xfrm rot="2438173">
            <a:off x="3460319" y="3591225"/>
            <a:ext cx="376867" cy="523220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83331BB1-EDF8-F85D-8B90-FD1D681A2580}"/>
              </a:ext>
            </a:extLst>
          </p:cNvPr>
          <p:cNvSpPr/>
          <p:nvPr/>
        </p:nvSpPr>
        <p:spPr>
          <a:xfrm rot="18988112">
            <a:off x="4938494" y="3303699"/>
            <a:ext cx="376867" cy="523220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7A7D52EB-D217-9B46-B763-A3597CDD1CC1}"/>
              </a:ext>
            </a:extLst>
          </p:cNvPr>
          <p:cNvSpPr/>
          <p:nvPr/>
        </p:nvSpPr>
        <p:spPr>
          <a:xfrm rot="2438173">
            <a:off x="9524299" y="3459765"/>
            <a:ext cx="376867" cy="523220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2027AFC9-F0B5-29E9-BD72-9504E1DB8B42}"/>
              </a:ext>
            </a:extLst>
          </p:cNvPr>
          <p:cNvSpPr/>
          <p:nvPr/>
        </p:nvSpPr>
        <p:spPr>
          <a:xfrm rot="2438173">
            <a:off x="6551937" y="3459765"/>
            <a:ext cx="376867" cy="523220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C8E8348E-8CB5-FBFD-8BE6-13E2FCB8AB65}"/>
              </a:ext>
            </a:extLst>
          </p:cNvPr>
          <p:cNvSpPr/>
          <p:nvPr/>
        </p:nvSpPr>
        <p:spPr>
          <a:xfrm rot="18692410">
            <a:off x="8004495" y="3219495"/>
            <a:ext cx="376867" cy="523220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ADD1D12C-C5A7-1867-75E1-4A79263141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03735" y="3369651"/>
            <a:ext cx="596287" cy="596287"/>
          </a:xfrm>
          <a:prstGeom prst="rect">
            <a:avLst/>
          </a:prstGeom>
        </p:spPr>
      </p:pic>
      <p:pic>
        <p:nvPicPr>
          <p:cNvPr id="49" name="Picture 48" descr="A black and white image of a pencil and gear&#10;&#10;AI-generated content may be incorrect.">
            <a:extLst>
              <a:ext uri="{FF2B5EF4-FFF2-40B4-BE49-F238E27FC236}">
                <a16:creationId xmlns:a16="http://schemas.microsoft.com/office/drawing/2014/main" id="{CF4BAB21-5F65-1273-6DAA-1E359E993E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1646628"/>
            <a:ext cx="1046131" cy="1046131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713EBF78-D35D-D574-CD89-7BF9573DDF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4751" y="1813154"/>
            <a:ext cx="906212" cy="906212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A82B26BE-FFAD-F2BD-38BA-72345513A5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13099" y="3409022"/>
            <a:ext cx="633597" cy="633597"/>
          </a:xfrm>
          <a:prstGeom prst="rect">
            <a:avLst/>
          </a:prstGeom>
        </p:spPr>
      </p:pic>
      <p:pic>
        <p:nvPicPr>
          <p:cNvPr id="55" name="Picture 5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0ABD7AC-F396-84D6-F111-26EAA18A9B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434" y="2222021"/>
            <a:ext cx="641353" cy="641353"/>
          </a:xfrm>
          <a:prstGeom prst="rect">
            <a:avLst/>
          </a:prstGeom>
        </p:spPr>
      </p:pic>
      <p:pic>
        <p:nvPicPr>
          <p:cNvPr id="57" name="Picture 5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49FBBBB-17E7-240C-9C32-BAC9FE7080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7638" y="3176704"/>
            <a:ext cx="703698" cy="70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4186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1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7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5" grpId="0"/>
      <p:bldP spid="27" grpId="0"/>
      <p:bldP spid="29" grpId="0"/>
      <p:bldP spid="33" grpId="0"/>
      <p:bldP spid="35" grpId="0"/>
      <p:bldP spid="37" grpId="0"/>
      <p:bldP spid="38" grpId="0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60ACC13-B825-49F3-93DE-C8B8F2FA3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F947B31F-CA03-4793-845D-FD86BABC1A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DCDDE94D-F78C-4A48-AEA6-E922FC99A1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3445A886-F3CA-4DE4-90D7-535F9707B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A8999CB6-C053-418B-AE37-E470804D25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81EA3E26-BFCD-4396-AE8A-2A9828BFF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1">
              <a:extLst>
                <a:ext uri="{FF2B5EF4-FFF2-40B4-BE49-F238E27FC236}">
                  <a16:creationId xmlns:a16="http://schemas.microsoft.com/office/drawing/2014/main" id="{5F9BC582-73A6-4D8A-8738-E364764893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85428F22-76B3-4107-AADE-3F9EC95FD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346FBCF-5353-4172-96F5-4B7EB0777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90265" y="-12875"/>
            <a:ext cx="2604396" cy="6890194"/>
            <a:chOff x="2199787" y="-12875"/>
            <a:chExt cx="2679011" cy="6890194"/>
          </a:xfrm>
        </p:grpSpPr>
        <p:sp useBgFill="1">
          <p:nvSpPr>
            <p:cNvPr id="34" name="Rectangle 19">
              <a:extLst>
                <a:ext uri="{FF2B5EF4-FFF2-40B4-BE49-F238E27FC236}">
                  <a16:creationId xmlns:a16="http://schemas.microsoft.com/office/drawing/2014/main" id="{343F3E6D-808D-43AD-9485-AD0014BEAE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199787" y="-12875"/>
              <a:ext cx="2679011" cy="5301468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  <a:gd name="connsiteX0" fmla="*/ 650979 w 2587151"/>
                <a:gd name="connsiteY0" fmla="*/ 0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650979 w 2587151"/>
                <a:gd name="connsiteY4" fmla="*/ 0 h 2554287"/>
                <a:gd name="connsiteX0" fmla="*/ 730379 w 2587151"/>
                <a:gd name="connsiteY0" fmla="*/ 5692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730379 w 2587151"/>
                <a:gd name="connsiteY4" fmla="*/ 5692 h 2554287"/>
                <a:gd name="connsiteX0" fmla="*/ 864750 w 2587151"/>
                <a:gd name="connsiteY0" fmla="*/ 2847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64750 w 2587151"/>
                <a:gd name="connsiteY4" fmla="*/ 2847 h 2554287"/>
                <a:gd name="connsiteX0" fmla="*/ 883073 w 2587151"/>
                <a:gd name="connsiteY0" fmla="*/ 1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83073 w 2587151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5750 h 2565670"/>
                <a:gd name="connsiteX4" fmla="*/ 895288 w 2611581"/>
                <a:gd name="connsiteY4" fmla="*/ 1 h 2565670"/>
                <a:gd name="connsiteX0" fmla="*/ 1544433 w 3260726"/>
                <a:gd name="connsiteY0" fmla="*/ 1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1544433 w 3260726"/>
                <a:gd name="connsiteY4" fmla="*/ 1 h 2565670"/>
                <a:gd name="connsiteX0" fmla="*/ 921784 w 3260726"/>
                <a:gd name="connsiteY0" fmla="*/ 12347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3260726"/>
                <a:gd name="connsiteY0" fmla="*/ 12347 h 2565670"/>
                <a:gd name="connsiteX1" fmla="*/ 2321160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2322228"/>
                <a:gd name="connsiteY0" fmla="*/ 12347 h 2565670"/>
                <a:gd name="connsiteX1" fmla="*/ 2321160 w 2322228"/>
                <a:gd name="connsiteY1" fmla="*/ 0 h 2565670"/>
                <a:gd name="connsiteX2" fmla="*/ 2320129 w 2322228"/>
                <a:gd name="connsiteY2" fmla="*/ 2565670 h 2565670"/>
                <a:gd name="connsiteX3" fmla="*/ 0 w 2322228"/>
                <a:gd name="connsiteY3" fmla="*/ 2521058 h 2565670"/>
                <a:gd name="connsiteX4" fmla="*/ 921784 w 2322228"/>
                <a:gd name="connsiteY4" fmla="*/ 12347 h 2565670"/>
                <a:gd name="connsiteX0" fmla="*/ 921784 w 2322228"/>
                <a:gd name="connsiteY0" fmla="*/ 0 h 2571841"/>
                <a:gd name="connsiteX1" fmla="*/ 2321160 w 2322228"/>
                <a:gd name="connsiteY1" fmla="*/ 6171 h 2571841"/>
                <a:gd name="connsiteX2" fmla="*/ 2320129 w 2322228"/>
                <a:gd name="connsiteY2" fmla="*/ 2571841 h 2571841"/>
                <a:gd name="connsiteX3" fmla="*/ 0 w 2322228"/>
                <a:gd name="connsiteY3" fmla="*/ 2527229 h 2571841"/>
                <a:gd name="connsiteX4" fmla="*/ 921784 w 2322228"/>
                <a:gd name="connsiteY4" fmla="*/ 0 h 2571841"/>
                <a:gd name="connsiteX0" fmla="*/ 921784 w 2611583"/>
                <a:gd name="connsiteY0" fmla="*/ 0 h 2540977"/>
                <a:gd name="connsiteX1" fmla="*/ 2321160 w 2611583"/>
                <a:gd name="connsiteY1" fmla="*/ 6171 h 2540977"/>
                <a:gd name="connsiteX2" fmla="*/ 2611583 w 2611583"/>
                <a:gd name="connsiteY2" fmla="*/ 2540977 h 2540977"/>
                <a:gd name="connsiteX3" fmla="*/ 0 w 2611583"/>
                <a:gd name="connsiteY3" fmla="*/ 2527229 h 2540977"/>
                <a:gd name="connsiteX4" fmla="*/ 921784 w 2611583"/>
                <a:gd name="connsiteY4" fmla="*/ 0 h 2540977"/>
                <a:gd name="connsiteX0" fmla="*/ 921784 w 2611583"/>
                <a:gd name="connsiteY0" fmla="*/ 2 h 2540979"/>
                <a:gd name="connsiteX1" fmla="*/ 2572870 w 2611583"/>
                <a:gd name="connsiteY1" fmla="*/ 0 h 2540979"/>
                <a:gd name="connsiteX2" fmla="*/ 2611583 w 2611583"/>
                <a:gd name="connsiteY2" fmla="*/ 2540979 h 2540979"/>
                <a:gd name="connsiteX3" fmla="*/ 0 w 2611583"/>
                <a:gd name="connsiteY3" fmla="*/ 2527231 h 2540979"/>
                <a:gd name="connsiteX4" fmla="*/ 921784 w 2611583"/>
                <a:gd name="connsiteY4" fmla="*/ 2 h 2540979"/>
                <a:gd name="connsiteX0" fmla="*/ 921784 w 2705467"/>
                <a:gd name="connsiteY0" fmla="*/ 0 h 2540977"/>
                <a:gd name="connsiteX1" fmla="*/ 2705349 w 2705467"/>
                <a:gd name="connsiteY1" fmla="*/ 6171 h 2540977"/>
                <a:gd name="connsiteX2" fmla="*/ 2611583 w 2705467"/>
                <a:gd name="connsiteY2" fmla="*/ 2540977 h 2540977"/>
                <a:gd name="connsiteX3" fmla="*/ 0 w 2705467"/>
                <a:gd name="connsiteY3" fmla="*/ 2527229 h 2540977"/>
                <a:gd name="connsiteX4" fmla="*/ 921784 w 2705467"/>
                <a:gd name="connsiteY4" fmla="*/ 0 h 2540977"/>
                <a:gd name="connsiteX0" fmla="*/ 921784 w 2718702"/>
                <a:gd name="connsiteY0" fmla="*/ 2 h 2540979"/>
                <a:gd name="connsiteX1" fmla="*/ 2718597 w 2718702"/>
                <a:gd name="connsiteY1" fmla="*/ 0 h 2540979"/>
                <a:gd name="connsiteX2" fmla="*/ 2611583 w 2718702"/>
                <a:gd name="connsiteY2" fmla="*/ 2540979 h 2540979"/>
                <a:gd name="connsiteX3" fmla="*/ 0 w 2718702"/>
                <a:gd name="connsiteY3" fmla="*/ 2527231 h 2540979"/>
                <a:gd name="connsiteX4" fmla="*/ 921784 w 2718702"/>
                <a:gd name="connsiteY4" fmla="*/ 2 h 2540979"/>
                <a:gd name="connsiteX0" fmla="*/ 921784 w 2679012"/>
                <a:gd name="connsiteY0" fmla="*/ 0 h 2540977"/>
                <a:gd name="connsiteX1" fmla="*/ 2678853 w 2679012"/>
                <a:gd name="connsiteY1" fmla="*/ 6171 h 2540977"/>
                <a:gd name="connsiteX2" fmla="*/ 2611583 w 2679012"/>
                <a:gd name="connsiteY2" fmla="*/ 2540977 h 2540977"/>
                <a:gd name="connsiteX3" fmla="*/ 0 w 2679012"/>
                <a:gd name="connsiteY3" fmla="*/ 2527229 h 2540977"/>
                <a:gd name="connsiteX4" fmla="*/ 921784 w 2679012"/>
                <a:gd name="connsiteY4" fmla="*/ 0 h 2540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9012" h="2540977">
                  <a:moveTo>
                    <a:pt x="921784" y="0"/>
                  </a:moveTo>
                  <a:lnTo>
                    <a:pt x="2678853" y="6171"/>
                  </a:lnTo>
                  <a:cubicBezTo>
                    <a:pt x="2682925" y="861394"/>
                    <a:pt x="2607511" y="1685754"/>
                    <a:pt x="2611583" y="2540977"/>
                  </a:cubicBezTo>
                  <a:lnTo>
                    <a:pt x="0" y="2527229"/>
                  </a:lnTo>
                  <a:lnTo>
                    <a:pt x="921784" y="0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14598" r="-265621" b="-28686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21" name="Rectangle 20">
              <a:extLst>
                <a:ext uri="{FF2B5EF4-FFF2-40B4-BE49-F238E27FC236}">
                  <a16:creationId xmlns:a16="http://schemas.microsoft.com/office/drawing/2014/main" id="{03DB1AC6-5430-4CD3-BD83-86E675A11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211875" y="5257482"/>
              <a:ext cx="2586931" cy="1619837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81054 w 2720934"/>
                <a:gd name="connsiteY3" fmla="*/ 3638695 h 4303713"/>
                <a:gd name="connsiteX4" fmla="*/ 0 w 2720934"/>
                <a:gd name="connsiteY4" fmla="*/ 268283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64231 w 2720934"/>
                <a:gd name="connsiteY3" fmla="*/ 3717600 h 4303713"/>
                <a:gd name="connsiteX4" fmla="*/ 0 w 2720934"/>
                <a:gd name="connsiteY4" fmla="*/ 268283 h 4303713"/>
                <a:gd name="connsiteX0" fmla="*/ 0 w 2720934"/>
                <a:gd name="connsiteY0" fmla="*/ 268283 h 4335275"/>
                <a:gd name="connsiteX1" fmla="*/ 2720934 w 2720934"/>
                <a:gd name="connsiteY1" fmla="*/ 0 h 4335275"/>
                <a:gd name="connsiteX2" fmla="*/ 2653639 w 2720934"/>
                <a:gd name="connsiteY2" fmla="*/ 4335275 h 4335275"/>
                <a:gd name="connsiteX3" fmla="*/ 2264231 w 2720934"/>
                <a:gd name="connsiteY3" fmla="*/ 3717600 h 4335275"/>
                <a:gd name="connsiteX4" fmla="*/ 0 w 2720934"/>
                <a:gd name="connsiteY4" fmla="*/ 268283 h 4335275"/>
                <a:gd name="connsiteX0" fmla="*/ 0 w 2737757"/>
                <a:gd name="connsiteY0" fmla="*/ 236721 h 4335275"/>
                <a:gd name="connsiteX1" fmla="*/ 2737757 w 2737757"/>
                <a:gd name="connsiteY1" fmla="*/ 0 h 4335275"/>
                <a:gd name="connsiteX2" fmla="*/ 2670462 w 2737757"/>
                <a:gd name="connsiteY2" fmla="*/ 4335275 h 4335275"/>
                <a:gd name="connsiteX3" fmla="*/ 2281054 w 2737757"/>
                <a:gd name="connsiteY3" fmla="*/ 3717600 h 4335275"/>
                <a:gd name="connsiteX4" fmla="*/ 0 w 2737757"/>
                <a:gd name="connsiteY4" fmla="*/ 236721 h 4335275"/>
                <a:gd name="connsiteX0" fmla="*/ 0 w 2729346"/>
                <a:gd name="connsiteY0" fmla="*/ 0 h 4098554"/>
                <a:gd name="connsiteX1" fmla="*/ 2729346 w 2729346"/>
                <a:gd name="connsiteY1" fmla="*/ 126250 h 4098554"/>
                <a:gd name="connsiteX2" fmla="*/ 2670462 w 2729346"/>
                <a:gd name="connsiteY2" fmla="*/ 4098554 h 4098554"/>
                <a:gd name="connsiteX3" fmla="*/ 2281054 w 2729346"/>
                <a:gd name="connsiteY3" fmla="*/ 3480879 h 4098554"/>
                <a:gd name="connsiteX4" fmla="*/ 0 w 2729346"/>
                <a:gd name="connsiteY4" fmla="*/ 0 h 4098554"/>
                <a:gd name="connsiteX0" fmla="*/ 0 w 2720934"/>
                <a:gd name="connsiteY0" fmla="*/ 0 h 4098554"/>
                <a:gd name="connsiteX1" fmla="*/ 2720934 w 2720934"/>
                <a:gd name="connsiteY1" fmla="*/ 31562 h 4098554"/>
                <a:gd name="connsiteX2" fmla="*/ 2670462 w 2720934"/>
                <a:gd name="connsiteY2" fmla="*/ 4098554 h 4098554"/>
                <a:gd name="connsiteX3" fmla="*/ 2281054 w 2720934"/>
                <a:gd name="connsiteY3" fmla="*/ 3480879 h 4098554"/>
                <a:gd name="connsiteX4" fmla="*/ 0 w 2720934"/>
                <a:gd name="connsiteY4" fmla="*/ 0 h 4098554"/>
                <a:gd name="connsiteX0" fmla="*/ 0 w 2720934"/>
                <a:gd name="connsiteY0" fmla="*/ 15782 h 4114336"/>
                <a:gd name="connsiteX1" fmla="*/ 2720934 w 2720934"/>
                <a:gd name="connsiteY1" fmla="*/ 0 h 4114336"/>
                <a:gd name="connsiteX2" fmla="*/ 2670462 w 2720934"/>
                <a:gd name="connsiteY2" fmla="*/ 4114336 h 4114336"/>
                <a:gd name="connsiteX3" fmla="*/ 2281054 w 2720934"/>
                <a:gd name="connsiteY3" fmla="*/ 3496661 h 4114336"/>
                <a:gd name="connsiteX4" fmla="*/ 0 w 2720934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80409 w 2820289"/>
                <a:gd name="connsiteY3" fmla="*/ 3496661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3972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3721149"/>
                <a:gd name="connsiteY0" fmla="*/ 0 h 4269703"/>
                <a:gd name="connsiteX1" fmla="*/ 3721149 w 3721149"/>
                <a:gd name="connsiteY1" fmla="*/ 155367 h 4269703"/>
                <a:gd name="connsiteX2" fmla="*/ 3664832 w 3721149"/>
                <a:gd name="connsiteY2" fmla="*/ 4269703 h 4269703"/>
                <a:gd name="connsiteX3" fmla="*/ 3263736 w 3721149"/>
                <a:gd name="connsiteY3" fmla="*/ 3673347 h 4269703"/>
                <a:gd name="connsiteX4" fmla="*/ 0 w 3721149"/>
                <a:gd name="connsiteY4" fmla="*/ 0 h 4269703"/>
                <a:gd name="connsiteX0" fmla="*/ 0 w 3721149"/>
                <a:gd name="connsiteY0" fmla="*/ 0 h 4289488"/>
                <a:gd name="connsiteX1" fmla="*/ 3721149 w 3721149"/>
                <a:gd name="connsiteY1" fmla="*/ 155367 h 4289488"/>
                <a:gd name="connsiteX2" fmla="*/ 3664832 w 3721149"/>
                <a:gd name="connsiteY2" fmla="*/ 4269703 h 4289488"/>
                <a:gd name="connsiteX3" fmla="*/ 1705997 w 3721149"/>
                <a:gd name="connsiteY3" fmla="*/ 4289488 h 4289488"/>
                <a:gd name="connsiteX4" fmla="*/ 0 w 3721149"/>
                <a:gd name="connsiteY4" fmla="*/ 0 h 4289488"/>
                <a:gd name="connsiteX0" fmla="*/ 0 w 3664846"/>
                <a:gd name="connsiteY0" fmla="*/ 15785 h 4305273"/>
                <a:gd name="connsiteX1" fmla="*/ 3664846 w 3664846"/>
                <a:gd name="connsiteY1" fmla="*/ 0 h 4305273"/>
                <a:gd name="connsiteX2" fmla="*/ 3664832 w 3664846"/>
                <a:gd name="connsiteY2" fmla="*/ 4285488 h 4305273"/>
                <a:gd name="connsiteX3" fmla="*/ 1705997 w 3664846"/>
                <a:gd name="connsiteY3" fmla="*/ 4305273 h 4305273"/>
                <a:gd name="connsiteX4" fmla="*/ 0 w 3664846"/>
                <a:gd name="connsiteY4" fmla="*/ 15785 h 4305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4846" h="4305273">
                  <a:moveTo>
                    <a:pt x="0" y="15785"/>
                  </a:moveTo>
                  <a:lnTo>
                    <a:pt x="3664846" y="0"/>
                  </a:lnTo>
                  <a:cubicBezTo>
                    <a:pt x="3664841" y="1428496"/>
                    <a:pt x="3664837" y="2856992"/>
                    <a:pt x="3664832" y="4285488"/>
                  </a:cubicBezTo>
                  <a:lnTo>
                    <a:pt x="1705997" y="4305273"/>
                  </a:lnTo>
                  <a:lnTo>
                    <a:pt x="0" y="15785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63116" t="-323529" r="-398251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8326E10-C8CB-487F-A110-F861268DE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60612" y="0"/>
            <a:ext cx="2436813" cy="6858001"/>
            <a:chOff x="1320800" y="0"/>
            <a:chExt cx="2436813" cy="6858001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3279962B-46D2-4E19-B632-39B80D1E8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321A335A-53CB-4C17-AB51-5D9C2DCB4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A0E0D557-405B-469F-AEDE-4E3404AA4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D8D4E62F-9393-40A6-9E85-9F3B59C46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FABD11B1-DE89-45BC-8204-968C88AAD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AFA4965A-1FBC-44B8-B96A-3F5275C3AE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2557DD81-3F81-9A82-497D-8D8E338A5A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87" r="33187"/>
          <a:stretch/>
        </p:blipFill>
        <p:spPr>
          <a:xfrm>
            <a:off x="20" y="10"/>
            <a:ext cx="3459143" cy="6857990"/>
          </a:xfrm>
          <a:custGeom>
            <a:avLst/>
            <a:gdLst/>
            <a:ahLst/>
            <a:cxnLst/>
            <a:rect l="l" t="t" r="r" b="b"/>
            <a:pathLst>
              <a:path w="3458633" h="6858000">
                <a:moveTo>
                  <a:pt x="0" y="0"/>
                </a:moveTo>
                <a:lnTo>
                  <a:pt x="3174999" y="0"/>
                </a:lnTo>
                <a:lnTo>
                  <a:pt x="2294466" y="5223932"/>
                </a:lnTo>
                <a:lnTo>
                  <a:pt x="3458633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94150A7-80C1-5432-9F36-B09188CE501A}"/>
              </a:ext>
            </a:extLst>
          </p:cNvPr>
          <p:cNvSpPr txBox="1"/>
          <p:nvPr/>
        </p:nvSpPr>
        <p:spPr>
          <a:xfrm>
            <a:off x="3609478" y="1544107"/>
            <a:ext cx="7659156" cy="3742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sz="2400" b="1" dirty="0"/>
              <a:t>Project Overview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20000"/>
              <a:buFont typeface="Arial"/>
              <a:buChar char="•"/>
            </a:pPr>
            <a:r>
              <a:rPr lang="en-US" sz="2400" dirty="0"/>
              <a:t>This project analyzes </a:t>
            </a:r>
            <a:r>
              <a:rPr lang="en-US" sz="2400" b="1" dirty="0"/>
              <a:t>student exam data</a:t>
            </a:r>
            <a:r>
              <a:rPr lang="en-US" sz="2400" dirty="0"/>
              <a:t>.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20000"/>
              <a:buFont typeface="Arial"/>
              <a:buChar char="•"/>
            </a:pPr>
            <a:r>
              <a:rPr lang="en-US" sz="2400" dirty="0"/>
              <a:t>Focuses on predicting </a:t>
            </a:r>
            <a:r>
              <a:rPr lang="en-US" sz="2400" b="1" dirty="0"/>
              <a:t>Pass / Fail </a:t>
            </a:r>
            <a:r>
              <a:rPr lang="en-US" sz="2400" dirty="0"/>
              <a:t>outcomes.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20000"/>
              <a:buFont typeface="Arial"/>
              <a:buChar char="•"/>
            </a:pPr>
            <a:r>
              <a:rPr lang="en-US" sz="2400" dirty="0"/>
              <a:t>Uses </a:t>
            </a:r>
            <a:r>
              <a:rPr lang="en-US" sz="2400" b="1" dirty="0"/>
              <a:t>data preprocessing, feature engineering, and machine learning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20000"/>
              <a:buFont typeface="Arial"/>
              <a:buChar char="•"/>
            </a:pPr>
            <a:r>
              <a:rPr lang="en-US" sz="2400" dirty="0"/>
              <a:t>The goal is to build a </a:t>
            </a:r>
            <a:r>
              <a:rPr lang="en-US" sz="2400" b="1" dirty="0"/>
              <a:t>reliable classification model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39740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2BDB00-BF11-678A-0B31-8321DFCD4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9741594-FA1F-127D-EE3E-2EA655602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02E3C8B-1402-0063-1EE7-BA1A341DCD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E847C8C-EACA-5ECA-9333-68F9CA48DE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9A324B13-1020-ABF2-4DF1-E124417A96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2BA2EED4-34E6-B990-4F1B-47377C2490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09E4B885-4B07-6B18-ABCA-BF7D39C774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32" name="Freeform 11">
              <a:extLst>
                <a:ext uri="{FF2B5EF4-FFF2-40B4-BE49-F238E27FC236}">
                  <a16:creationId xmlns:a16="http://schemas.microsoft.com/office/drawing/2014/main" id="{5AF3A1B2-F2F8-347F-F603-430942D27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BCBFF7F0-E09E-C04E-73AD-182EB4614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7C4C782-888E-4FD7-1994-4ABC6B7D8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90265" y="-12875"/>
            <a:ext cx="2604396" cy="6890194"/>
            <a:chOff x="2199787" y="-12875"/>
            <a:chExt cx="2679011" cy="6890194"/>
          </a:xfrm>
        </p:grpSpPr>
        <p:sp useBgFill="1">
          <p:nvSpPr>
            <p:cNvPr id="34" name="Rectangle 19">
              <a:extLst>
                <a:ext uri="{FF2B5EF4-FFF2-40B4-BE49-F238E27FC236}">
                  <a16:creationId xmlns:a16="http://schemas.microsoft.com/office/drawing/2014/main" id="{9B251A80-02ED-27A3-6C24-CD622E4FBC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199787" y="-12875"/>
              <a:ext cx="2679011" cy="5301468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  <a:gd name="connsiteX0" fmla="*/ 650979 w 2587151"/>
                <a:gd name="connsiteY0" fmla="*/ 0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650979 w 2587151"/>
                <a:gd name="connsiteY4" fmla="*/ 0 h 2554287"/>
                <a:gd name="connsiteX0" fmla="*/ 730379 w 2587151"/>
                <a:gd name="connsiteY0" fmla="*/ 5692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730379 w 2587151"/>
                <a:gd name="connsiteY4" fmla="*/ 5692 h 2554287"/>
                <a:gd name="connsiteX0" fmla="*/ 864750 w 2587151"/>
                <a:gd name="connsiteY0" fmla="*/ 2847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64750 w 2587151"/>
                <a:gd name="connsiteY4" fmla="*/ 2847 h 2554287"/>
                <a:gd name="connsiteX0" fmla="*/ 883073 w 2587151"/>
                <a:gd name="connsiteY0" fmla="*/ 1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83073 w 2587151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5750 h 2565670"/>
                <a:gd name="connsiteX4" fmla="*/ 895288 w 2611581"/>
                <a:gd name="connsiteY4" fmla="*/ 1 h 2565670"/>
                <a:gd name="connsiteX0" fmla="*/ 1544433 w 3260726"/>
                <a:gd name="connsiteY0" fmla="*/ 1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1544433 w 3260726"/>
                <a:gd name="connsiteY4" fmla="*/ 1 h 2565670"/>
                <a:gd name="connsiteX0" fmla="*/ 921784 w 3260726"/>
                <a:gd name="connsiteY0" fmla="*/ 12347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3260726"/>
                <a:gd name="connsiteY0" fmla="*/ 12347 h 2565670"/>
                <a:gd name="connsiteX1" fmla="*/ 2321160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2322228"/>
                <a:gd name="connsiteY0" fmla="*/ 12347 h 2565670"/>
                <a:gd name="connsiteX1" fmla="*/ 2321160 w 2322228"/>
                <a:gd name="connsiteY1" fmla="*/ 0 h 2565670"/>
                <a:gd name="connsiteX2" fmla="*/ 2320129 w 2322228"/>
                <a:gd name="connsiteY2" fmla="*/ 2565670 h 2565670"/>
                <a:gd name="connsiteX3" fmla="*/ 0 w 2322228"/>
                <a:gd name="connsiteY3" fmla="*/ 2521058 h 2565670"/>
                <a:gd name="connsiteX4" fmla="*/ 921784 w 2322228"/>
                <a:gd name="connsiteY4" fmla="*/ 12347 h 2565670"/>
                <a:gd name="connsiteX0" fmla="*/ 921784 w 2322228"/>
                <a:gd name="connsiteY0" fmla="*/ 0 h 2571841"/>
                <a:gd name="connsiteX1" fmla="*/ 2321160 w 2322228"/>
                <a:gd name="connsiteY1" fmla="*/ 6171 h 2571841"/>
                <a:gd name="connsiteX2" fmla="*/ 2320129 w 2322228"/>
                <a:gd name="connsiteY2" fmla="*/ 2571841 h 2571841"/>
                <a:gd name="connsiteX3" fmla="*/ 0 w 2322228"/>
                <a:gd name="connsiteY3" fmla="*/ 2527229 h 2571841"/>
                <a:gd name="connsiteX4" fmla="*/ 921784 w 2322228"/>
                <a:gd name="connsiteY4" fmla="*/ 0 h 2571841"/>
                <a:gd name="connsiteX0" fmla="*/ 921784 w 2611583"/>
                <a:gd name="connsiteY0" fmla="*/ 0 h 2540977"/>
                <a:gd name="connsiteX1" fmla="*/ 2321160 w 2611583"/>
                <a:gd name="connsiteY1" fmla="*/ 6171 h 2540977"/>
                <a:gd name="connsiteX2" fmla="*/ 2611583 w 2611583"/>
                <a:gd name="connsiteY2" fmla="*/ 2540977 h 2540977"/>
                <a:gd name="connsiteX3" fmla="*/ 0 w 2611583"/>
                <a:gd name="connsiteY3" fmla="*/ 2527229 h 2540977"/>
                <a:gd name="connsiteX4" fmla="*/ 921784 w 2611583"/>
                <a:gd name="connsiteY4" fmla="*/ 0 h 2540977"/>
                <a:gd name="connsiteX0" fmla="*/ 921784 w 2611583"/>
                <a:gd name="connsiteY0" fmla="*/ 2 h 2540979"/>
                <a:gd name="connsiteX1" fmla="*/ 2572870 w 2611583"/>
                <a:gd name="connsiteY1" fmla="*/ 0 h 2540979"/>
                <a:gd name="connsiteX2" fmla="*/ 2611583 w 2611583"/>
                <a:gd name="connsiteY2" fmla="*/ 2540979 h 2540979"/>
                <a:gd name="connsiteX3" fmla="*/ 0 w 2611583"/>
                <a:gd name="connsiteY3" fmla="*/ 2527231 h 2540979"/>
                <a:gd name="connsiteX4" fmla="*/ 921784 w 2611583"/>
                <a:gd name="connsiteY4" fmla="*/ 2 h 2540979"/>
                <a:gd name="connsiteX0" fmla="*/ 921784 w 2705467"/>
                <a:gd name="connsiteY0" fmla="*/ 0 h 2540977"/>
                <a:gd name="connsiteX1" fmla="*/ 2705349 w 2705467"/>
                <a:gd name="connsiteY1" fmla="*/ 6171 h 2540977"/>
                <a:gd name="connsiteX2" fmla="*/ 2611583 w 2705467"/>
                <a:gd name="connsiteY2" fmla="*/ 2540977 h 2540977"/>
                <a:gd name="connsiteX3" fmla="*/ 0 w 2705467"/>
                <a:gd name="connsiteY3" fmla="*/ 2527229 h 2540977"/>
                <a:gd name="connsiteX4" fmla="*/ 921784 w 2705467"/>
                <a:gd name="connsiteY4" fmla="*/ 0 h 2540977"/>
                <a:gd name="connsiteX0" fmla="*/ 921784 w 2718702"/>
                <a:gd name="connsiteY0" fmla="*/ 2 h 2540979"/>
                <a:gd name="connsiteX1" fmla="*/ 2718597 w 2718702"/>
                <a:gd name="connsiteY1" fmla="*/ 0 h 2540979"/>
                <a:gd name="connsiteX2" fmla="*/ 2611583 w 2718702"/>
                <a:gd name="connsiteY2" fmla="*/ 2540979 h 2540979"/>
                <a:gd name="connsiteX3" fmla="*/ 0 w 2718702"/>
                <a:gd name="connsiteY3" fmla="*/ 2527231 h 2540979"/>
                <a:gd name="connsiteX4" fmla="*/ 921784 w 2718702"/>
                <a:gd name="connsiteY4" fmla="*/ 2 h 2540979"/>
                <a:gd name="connsiteX0" fmla="*/ 921784 w 2679012"/>
                <a:gd name="connsiteY0" fmla="*/ 0 h 2540977"/>
                <a:gd name="connsiteX1" fmla="*/ 2678853 w 2679012"/>
                <a:gd name="connsiteY1" fmla="*/ 6171 h 2540977"/>
                <a:gd name="connsiteX2" fmla="*/ 2611583 w 2679012"/>
                <a:gd name="connsiteY2" fmla="*/ 2540977 h 2540977"/>
                <a:gd name="connsiteX3" fmla="*/ 0 w 2679012"/>
                <a:gd name="connsiteY3" fmla="*/ 2527229 h 2540977"/>
                <a:gd name="connsiteX4" fmla="*/ 921784 w 2679012"/>
                <a:gd name="connsiteY4" fmla="*/ 0 h 2540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9012" h="2540977">
                  <a:moveTo>
                    <a:pt x="921784" y="0"/>
                  </a:moveTo>
                  <a:lnTo>
                    <a:pt x="2678853" y="6171"/>
                  </a:lnTo>
                  <a:cubicBezTo>
                    <a:pt x="2682925" y="861394"/>
                    <a:pt x="2607511" y="1685754"/>
                    <a:pt x="2611583" y="2540977"/>
                  </a:cubicBezTo>
                  <a:lnTo>
                    <a:pt x="0" y="2527229"/>
                  </a:lnTo>
                  <a:lnTo>
                    <a:pt x="921784" y="0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14598" r="-265621" b="-28686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 useBgFill="1">
          <p:nvSpPr>
            <p:cNvPr id="21" name="Rectangle 20">
              <a:extLst>
                <a:ext uri="{FF2B5EF4-FFF2-40B4-BE49-F238E27FC236}">
                  <a16:creationId xmlns:a16="http://schemas.microsoft.com/office/drawing/2014/main" id="{B2123385-A4C4-02FF-CDDD-E00AE1778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211875" y="5257482"/>
              <a:ext cx="2586931" cy="1619837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81054 w 2720934"/>
                <a:gd name="connsiteY3" fmla="*/ 3638695 h 4303713"/>
                <a:gd name="connsiteX4" fmla="*/ 0 w 2720934"/>
                <a:gd name="connsiteY4" fmla="*/ 268283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64231 w 2720934"/>
                <a:gd name="connsiteY3" fmla="*/ 3717600 h 4303713"/>
                <a:gd name="connsiteX4" fmla="*/ 0 w 2720934"/>
                <a:gd name="connsiteY4" fmla="*/ 268283 h 4303713"/>
                <a:gd name="connsiteX0" fmla="*/ 0 w 2720934"/>
                <a:gd name="connsiteY0" fmla="*/ 268283 h 4335275"/>
                <a:gd name="connsiteX1" fmla="*/ 2720934 w 2720934"/>
                <a:gd name="connsiteY1" fmla="*/ 0 h 4335275"/>
                <a:gd name="connsiteX2" fmla="*/ 2653639 w 2720934"/>
                <a:gd name="connsiteY2" fmla="*/ 4335275 h 4335275"/>
                <a:gd name="connsiteX3" fmla="*/ 2264231 w 2720934"/>
                <a:gd name="connsiteY3" fmla="*/ 3717600 h 4335275"/>
                <a:gd name="connsiteX4" fmla="*/ 0 w 2720934"/>
                <a:gd name="connsiteY4" fmla="*/ 268283 h 4335275"/>
                <a:gd name="connsiteX0" fmla="*/ 0 w 2737757"/>
                <a:gd name="connsiteY0" fmla="*/ 236721 h 4335275"/>
                <a:gd name="connsiteX1" fmla="*/ 2737757 w 2737757"/>
                <a:gd name="connsiteY1" fmla="*/ 0 h 4335275"/>
                <a:gd name="connsiteX2" fmla="*/ 2670462 w 2737757"/>
                <a:gd name="connsiteY2" fmla="*/ 4335275 h 4335275"/>
                <a:gd name="connsiteX3" fmla="*/ 2281054 w 2737757"/>
                <a:gd name="connsiteY3" fmla="*/ 3717600 h 4335275"/>
                <a:gd name="connsiteX4" fmla="*/ 0 w 2737757"/>
                <a:gd name="connsiteY4" fmla="*/ 236721 h 4335275"/>
                <a:gd name="connsiteX0" fmla="*/ 0 w 2729346"/>
                <a:gd name="connsiteY0" fmla="*/ 0 h 4098554"/>
                <a:gd name="connsiteX1" fmla="*/ 2729346 w 2729346"/>
                <a:gd name="connsiteY1" fmla="*/ 126250 h 4098554"/>
                <a:gd name="connsiteX2" fmla="*/ 2670462 w 2729346"/>
                <a:gd name="connsiteY2" fmla="*/ 4098554 h 4098554"/>
                <a:gd name="connsiteX3" fmla="*/ 2281054 w 2729346"/>
                <a:gd name="connsiteY3" fmla="*/ 3480879 h 4098554"/>
                <a:gd name="connsiteX4" fmla="*/ 0 w 2729346"/>
                <a:gd name="connsiteY4" fmla="*/ 0 h 4098554"/>
                <a:gd name="connsiteX0" fmla="*/ 0 w 2720934"/>
                <a:gd name="connsiteY0" fmla="*/ 0 h 4098554"/>
                <a:gd name="connsiteX1" fmla="*/ 2720934 w 2720934"/>
                <a:gd name="connsiteY1" fmla="*/ 31562 h 4098554"/>
                <a:gd name="connsiteX2" fmla="*/ 2670462 w 2720934"/>
                <a:gd name="connsiteY2" fmla="*/ 4098554 h 4098554"/>
                <a:gd name="connsiteX3" fmla="*/ 2281054 w 2720934"/>
                <a:gd name="connsiteY3" fmla="*/ 3480879 h 4098554"/>
                <a:gd name="connsiteX4" fmla="*/ 0 w 2720934"/>
                <a:gd name="connsiteY4" fmla="*/ 0 h 4098554"/>
                <a:gd name="connsiteX0" fmla="*/ 0 w 2720934"/>
                <a:gd name="connsiteY0" fmla="*/ 15782 h 4114336"/>
                <a:gd name="connsiteX1" fmla="*/ 2720934 w 2720934"/>
                <a:gd name="connsiteY1" fmla="*/ 0 h 4114336"/>
                <a:gd name="connsiteX2" fmla="*/ 2670462 w 2720934"/>
                <a:gd name="connsiteY2" fmla="*/ 4114336 h 4114336"/>
                <a:gd name="connsiteX3" fmla="*/ 2281054 w 2720934"/>
                <a:gd name="connsiteY3" fmla="*/ 3496661 h 4114336"/>
                <a:gd name="connsiteX4" fmla="*/ 0 w 2720934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80409 w 2820289"/>
                <a:gd name="connsiteY3" fmla="*/ 3496661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3972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3721149"/>
                <a:gd name="connsiteY0" fmla="*/ 0 h 4269703"/>
                <a:gd name="connsiteX1" fmla="*/ 3721149 w 3721149"/>
                <a:gd name="connsiteY1" fmla="*/ 155367 h 4269703"/>
                <a:gd name="connsiteX2" fmla="*/ 3664832 w 3721149"/>
                <a:gd name="connsiteY2" fmla="*/ 4269703 h 4269703"/>
                <a:gd name="connsiteX3" fmla="*/ 3263736 w 3721149"/>
                <a:gd name="connsiteY3" fmla="*/ 3673347 h 4269703"/>
                <a:gd name="connsiteX4" fmla="*/ 0 w 3721149"/>
                <a:gd name="connsiteY4" fmla="*/ 0 h 4269703"/>
                <a:gd name="connsiteX0" fmla="*/ 0 w 3721149"/>
                <a:gd name="connsiteY0" fmla="*/ 0 h 4289488"/>
                <a:gd name="connsiteX1" fmla="*/ 3721149 w 3721149"/>
                <a:gd name="connsiteY1" fmla="*/ 155367 h 4289488"/>
                <a:gd name="connsiteX2" fmla="*/ 3664832 w 3721149"/>
                <a:gd name="connsiteY2" fmla="*/ 4269703 h 4289488"/>
                <a:gd name="connsiteX3" fmla="*/ 1705997 w 3721149"/>
                <a:gd name="connsiteY3" fmla="*/ 4289488 h 4289488"/>
                <a:gd name="connsiteX4" fmla="*/ 0 w 3721149"/>
                <a:gd name="connsiteY4" fmla="*/ 0 h 4289488"/>
                <a:gd name="connsiteX0" fmla="*/ 0 w 3664846"/>
                <a:gd name="connsiteY0" fmla="*/ 15785 h 4305273"/>
                <a:gd name="connsiteX1" fmla="*/ 3664846 w 3664846"/>
                <a:gd name="connsiteY1" fmla="*/ 0 h 4305273"/>
                <a:gd name="connsiteX2" fmla="*/ 3664832 w 3664846"/>
                <a:gd name="connsiteY2" fmla="*/ 4285488 h 4305273"/>
                <a:gd name="connsiteX3" fmla="*/ 1705997 w 3664846"/>
                <a:gd name="connsiteY3" fmla="*/ 4305273 h 4305273"/>
                <a:gd name="connsiteX4" fmla="*/ 0 w 3664846"/>
                <a:gd name="connsiteY4" fmla="*/ 15785 h 4305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4846" h="4305273">
                  <a:moveTo>
                    <a:pt x="0" y="15785"/>
                  </a:moveTo>
                  <a:lnTo>
                    <a:pt x="3664846" y="0"/>
                  </a:lnTo>
                  <a:cubicBezTo>
                    <a:pt x="3664841" y="1428496"/>
                    <a:pt x="3664837" y="2856992"/>
                    <a:pt x="3664832" y="4285488"/>
                  </a:cubicBezTo>
                  <a:lnTo>
                    <a:pt x="1705997" y="4305273"/>
                  </a:lnTo>
                  <a:lnTo>
                    <a:pt x="0" y="15785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63116" t="-323529" r="-398251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06F6C42-7A16-1684-8EAB-E20753538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60612" y="0"/>
            <a:ext cx="2436813" cy="6858001"/>
            <a:chOff x="1320800" y="0"/>
            <a:chExt cx="2436813" cy="6858001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5C909F55-343C-FD30-EE23-91E8609E7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391384BA-882E-4383-8C25-990066ABD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5FB43180-0114-FD07-4823-0E55E42C4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219FDEFA-6FDC-A8D3-30C2-28F1D0922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78A0B732-5B22-99D8-6D0D-D12F3F04D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7AA0C21F-C5DF-9833-14C0-BAECE14FE8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151C2BB2-31D8-503B-467E-E0EC3DFB5F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87" r="33187"/>
          <a:stretch/>
        </p:blipFill>
        <p:spPr>
          <a:xfrm>
            <a:off x="20" y="10"/>
            <a:ext cx="3459143" cy="6857990"/>
          </a:xfrm>
          <a:custGeom>
            <a:avLst/>
            <a:gdLst/>
            <a:ahLst/>
            <a:cxnLst/>
            <a:rect l="l" t="t" r="r" b="b"/>
            <a:pathLst>
              <a:path w="3458633" h="6858000">
                <a:moveTo>
                  <a:pt x="0" y="0"/>
                </a:moveTo>
                <a:lnTo>
                  <a:pt x="3174999" y="0"/>
                </a:lnTo>
                <a:lnTo>
                  <a:pt x="2294466" y="5223932"/>
                </a:lnTo>
                <a:lnTo>
                  <a:pt x="3458633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36E94F-A67E-37B3-F28C-F15ED6102F47}"/>
              </a:ext>
            </a:extLst>
          </p:cNvPr>
          <p:cNvSpPr txBox="1"/>
          <p:nvPr/>
        </p:nvSpPr>
        <p:spPr>
          <a:xfrm>
            <a:off x="3691078" y="1740752"/>
            <a:ext cx="7659156" cy="3742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30ACEC">
                  <a:lumMod val="75000"/>
                </a:srgbClr>
              </a:buClr>
              <a:buSzPct val="145000"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Project Objectives</a:t>
            </a:r>
          </a:p>
          <a:p>
            <a:pPr lvl="0">
              <a:spcBef>
                <a:spcPct val="20000"/>
              </a:spcBef>
              <a:spcAft>
                <a:spcPts val="600"/>
              </a:spcAft>
              <a:buClr>
                <a:srgbClr val="30ACEC">
                  <a:lumMod val="75000"/>
                </a:srgbClr>
              </a:buClr>
              <a:buSzPct val="120000"/>
              <a:buFont typeface="Arial"/>
              <a:buChar char="•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</a:t>
            </a:r>
            <a:r>
              <a:rPr lang="en-US" sz="2400" b="1" dirty="0"/>
              <a:t>Clean</a:t>
            </a:r>
            <a:r>
              <a:rPr lang="en-US" sz="2400" dirty="0"/>
              <a:t> and prepare raw student data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lvl="0">
              <a:spcBef>
                <a:spcPct val="20000"/>
              </a:spcBef>
              <a:spcAft>
                <a:spcPts val="600"/>
              </a:spcAft>
              <a:buClr>
                <a:srgbClr val="30ACEC">
                  <a:lumMod val="75000"/>
                </a:srgbClr>
              </a:buClr>
              <a:buSzPct val="120000"/>
              <a:buFont typeface="Arial"/>
              <a:buChar char="•"/>
              <a:defRPr/>
            </a:pPr>
            <a:r>
              <a:rPr lang="en-US" sz="2400" dirty="0"/>
              <a:t>Handle </a:t>
            </a:r>
            <a:r>
              <a:rPr lang="en-US" sz="2400" b="1" dirty="0"/>
              <a:t>missing values</a:t>
            </a:r>
            <a:r>
              <a:rPr lang="en-US" sz="2400" dirty="0"/>
              <a:t>, </a:t>
            </a:r>
            <a:r>
              <a:rPr lang="en-US" sz="2400" b="1" dirty="0"/>
              <a:t>duplicates</a:t>
            </a:r>
            <a:r>
              <a:rPr lang="en-US" sz="2400" dirty="0"/>
              <a:t>, and </a:t>
            </a:r>
            <a:r>
              <a:rPr lang="en-US" sz="2400" b="1" dirty="0"/>
              <a:t>outliers</a:t>
            </a:r>
            <a:r>
              <a:rPr lang="en-US" sz="2400" dirty="0"/>
              <a:t>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lvl="0">
              <a:spcBef>
                <a:spcPct val="20000"/>
              </a:spcBef>
              <a:spcAft>
                <a:spcPts val="600"/>
              </a:spcAft>
              <a:buClr>
                <a:srgbClr val="30ACEC">
                  <a:lumMod val="75000"/>
                </a:srgbClr>
              </a:buClr>
              <a:buSzPct val="120000"/>
              <a:buFont typeface="Arial"/>
              <a:buChar char="•"/>
              <a:defRPr/>
            </a:pPr>
            <a:r>
              <a:rPr lang="en-US" sz="2400" dirty="0"/>
              <a:t>Engineer meaningful </a:t>
            </a:r>
            <a:r>
              <a:rPr lang="en-US" sz="2400" b="1" dirty="0"/>
              <a:t>features</a:t>
            </a:r>
            <a:r>
              <a:rPr lang="en-US" sz="2400" dirty="0"/>
              <a:t>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lvl="0">
              <a:spcBef>
                <a:spcPct val="20000"/>
              </a:spcBef>
              <a:spcAft>
                <a:spcPts val="600"/>
              </a:spcAft>
              <a:buClr>
                <a:srgbClr val="30ACEC">
                  <a:lumMod val="75000"/>
                </a:srgbClr>
              </a:buClr>
              <a:buSzPct val="120000"/>
              <a:buFont typeface="Arial"/>
              <a:buChar char="•"/>
              <a:defRPr/>
            </a:pPr>
            <a:r>
              <a:rPr lang="en-US" sz="2400" b="1" dirty="0"/>
              <a:t>Train</a:t>
            </a:r>
            <a:r>
              <a:rPr lang="en-US" sz="2400" dirty="0"/>
              <a:t> and </a:t>
            </a:r>
            <a:r>
              <a:rPr lang="en-US" sz="2400" b="1" dirty="0"/>
              <a:t>evaluate</a:t>
            </a:r>
            <a:r>
              <a:rPr lang="en-US" sz="2400" dirty="0"/>
              <a:t> a classification model.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30ACEC">
                  <a:lumMod val="75000"/>
                </a:srgbClr>
              </a:buClr>
              <a:buSzPct val="120000"/>
              <a:buFont typeface="Arial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0617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15FF890B-3CE7-403A-AECE-2DE04FC7A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99A4E160-6CFD-4514-9E20-CA6692CCD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3DCD16F5-8D15-45FD-BA62-ADAC08183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E7CFAF28-6FDA-4C2C-BE51-123D1115F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1FD12703-0627-4991-B2A4-F96519F908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A5758E0B-DF61-40A8-B765-BC6841906A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3E063A1F-9566-4436-B4E3-2890FBBC2C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A17F8F8-F1DB-1B02-575C-4B0A5E5E8722}"/>
              </a:ext>
            </a:extLst>
          </p:cNvPr>
          <p:cNvSpPr txBox="1"/>
          <p:nvPr/>
        </p:nvSpPr>
        <p:spPr>
          <a:xfrm>
            <a:off x="1484311" y="685800"/>
            <a:ext cx="10018713" cy="11853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ln w="3175" cmpd="sng">
                  <a:noFill/>
                </a:ln>
                <a:latin typeface="+mj-lt"/>
                <a:ea typeface="+mj-ea"/>
                <a:cs typeface="+mj-cs"/>
              </a:rPr>
              <a:t>Dataset Description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13F7A0-9A88-F356-AD2A-0B3C78D31CA7}"/>
              </a:ext>
            </a:extLst>
          </p:cNvPr>
          <p:cNvSpPr txBox="1"/>
          <p:nvPr/>
        </p:nvSpPr>
        <p:spPr>
          <a:xfrm>
            <a:off x="1484311" y="1820505"/>
            <a:ext cx="7407959" cy="41467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endParaRPr lang="en-US" sz="1500" b="1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900" dirty="0"/>
              <a:t>The dataset represents </a:t>
            </a:r>
            <a:r>
              <a:rPr lang="en-US" sz="2900" b="1" dirty="0"/>
              <a:t>student academic performance</a:t>
            </a:r>
            <a:r>
              <a:rPr lang="en-US" sz="2900" dirty="0"/>
              <a:t> data.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900" dirty="0"/>
              <a:t>The data is used to </a:t>
            </a:r>
            <a:r>
              <a:rPr lang="en-US" sz="2900" b="1" dirty="0"/>
              <a:t>analyze</a:t>
            </a:r>
            <a:r>
              <a:rPr lang="en-US" sz="2900" dirty="0"/>
              <a:t> how study behavior affects exam outcomes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endParaRPr lang="en-US" sz="2900" b="1" dirty="0"/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sz="2900" b="1" dirty="0"/>
              <a:t>Features in the Dataset: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900" b="1" dirty="0"/>
              <a:t>Study Hours: </a:t>
            </a:r>
            <a:r>
              <a:rPr lang="en-US" sz="2900" dirty="0"/>
              <a:t>Represents the number of hours a student studied before the exam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900" b="1" dirty="0"/>
              <a:t>Previous Exam Score: </a:t>
            </a:r>
            <a:r>
              <a:rPr lang="en-US" sz="2900" dirty="0"/>
              <a:t>Indicates the student’s score in a prior exam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900" b="1" dirty="0"/>
              <a:t>Pass / Fail: 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900" dirty="0"/>
              <a:t>      1 → Pass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900" dirty="0"/>
              <a:t>      0 → Fail</a:t>
            </a:r>
          </a:p>
        </p:txBody>
      </p:sp>
      <p:pic>
        <p:nvPicPr>
          <p:cNvPr id="21" name="Graphic 20" descr="Bar chart">
            <a:extLst>
              <a:ext uri="{FF2B5EF4-FFF2-40B4-BE49-F238E27FC236}">
                <a16:creationId xmlns:a16="http://schemas.microsoft.com/office/drawing/2014/main" id="{2F9F498D-38F9-BEFC-2D42-D101E80F72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5907" y="2535331"/>
            <a:ext cx="2717116" cy="271711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4312646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F7A24-2539-D22C-CBD2-58DF8BE1C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28443D-02CA-49AC-6D63-C2A546B19195}"/>
              </a:ext>
            </a:extLst>
          </p:cNvPr>
          <p:cNvSpPr txBox="1"/>
          <p:nvPr/>
        </p:nvSpPr>
        <p:spPr>
          <a:xfrm>
            <a:off x="2005781" y="825910"/>
            <a:ext cx="17251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Libraries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BA7FD5-5EF5-C398-368D-EE07C223152B}"/>
              </a:ext>
            </a:extLst>
          </p:cNvPr>
          <p:cNvSpPr txBox="1"/>
          <p:nvPr/>
        </p:nvSpPr>
        <p:spPr>
          <a:xfrm>
            <a:off x="3938826" y="5162136"/>
            <a:ext cx="7462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854BFA0-17E7-7C7F-6C3D-8CD9788C5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5781" y="1538717"/>
            <a:ext cx="8662219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NumPy: </a:t>
            </a:r>
            <a:r>
              <a:rPr lang="en-US" sz="2400" dirty="0"/>
              <a:t>used for numerical computations and mathematical operations.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Pandas: </a:t>
            </a:r>
            <a:r>
              <a:rPr lang="en-US" altLang="en-US" sz="2400" dirty="0"/>
              <a:t>u</a:t>
            </a:r>
            <a:r>
              <a:rPr lang="en-US" sz="2400" dirty="0"/>
              <a:t>sed for data loading, manipulation, and analysis.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Matplotlib: </a:t>
            </a:r>
            <a:r>
              <a:rPr lang="en-US" sz="2400" dirty="0"/>
              <a:t>visualization library for plotting and graphical data analysis.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Scikit-learn</a:t>
            </a:r>
            <a:r>
              <a:rPr lang="en-US" altLang="en-US" sz="2200" dirty="0">
                <a:latin typeface="Arial" panose="020B0604020202020204" pitchFamily="34" charset="0"/>
              </a:rPr>
              <a:t>: </a:t>
            </a:r>
            <a:r>
              <a:rPr lang="en-US" sz="2400" dirty="0"/>
              <a:t>machine learning library used for preprocessing, modeling, and evaluation.</a:t>
            </a: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4257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FEB81C-4BFD-9181-3B8E-CA3FB411C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15FF890B-3CE7-403A-AECE-2DE04FC7A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99A4E160-6CFD-4514-9E20-CA6692CCD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3DCD16F5-8D15-45FD-BA62-ADAC08183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E7CFAF28-6FDA-4C2C-BE51-123D1115F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1FD12703-0627-4991-B2A4-F96519F908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A5758E0B-DF61-40A8-B765-BC6841906A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3E063A1F-9566-4436-B4E3-2890FBBC2C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49500C5-0238-977D-6273-824CE0AAECAD}"/>
              </a:ext>
            </a:extLst>
          </p:cNvPr>
          <p:cNvSpPr txBox="1"/>
          <p:nvPr/>
        </p:nvSpPr>
        <p:spPr>
          <a:xfrm>
            <a:off x="1484311" y="685800"/>
            <a:ext cx="10018713" cy="11853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ln w="3175" cmpd="sng">
                  <a:noFill/>
                </a:ln>
                <a:latin typeface="+mj-lt"/>
                <a:ea typeface="+mj-ea"/>
                <a:cs typeface="+mj-cs"/>
              </a:rPr>
              <a:t>Libraries</a:t>
            </a:r>
            <a:endParaRPr lang="en-US" sz="4000" dirty="0">
              <a:ln w="3175" cmpd="sng">
                <a:noFill/>
              </a:ln>
              <a:latin typeface="+mj-lt"/>
              <a:ea typeface="+mj-ea"/>
              <a:cs typeface="+mj-cs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E598B22-E7BF-B2AD-F159-BDA440508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4311" y="1998133"/>
            <a:ext cx="6855356" cy="379306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b="1" dirty="0"/>
              <a:t>1. NumPy:</a:t>
            </a:r>
            <a:endParaRPr lang="en-US" dirty="0"/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dirty="0"/>
              <a:t>Used for numerical operations during feature engineering</a:t>
            </a:r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dirty="0"/>
              <a:t>Handled infinite values resulting from mathematical calculations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b="1" dirty="0"/>
              <a:t>2. Pandas:</a:t>
            </a:r>
            <a:endParaRPr lang="en-US" dirty="0"/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dirty="0"/>
              <a:t>Loaded the dataset from CSV files</a:t>
            </a:r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dirty="0"/>
              <a:t>Removed missing values and duplicate records</a:t>
            </a:r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dirty="0"/>
              <a:t>Performed data cleaning and transformation</a:t>
            </a:r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dirty="0"/>
              <a:t>Created new features and updated existing columns</a:t>
            </a:r>
          </a:p>
          <a:p>
            <a:pPr marL="0" marR="0" lvl="0" indent="0" fontAlgn="base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tabLst/>
              <a:defRPr/>
            </a:pPr>
            <a:endParaRPr kumimoji="0" lang="en-US" altLang="en-US" b="0" i="0" u="none" strike="noStrike" spc="0" normalizeH="0" baseline="0" noProof="0" dirty="0">
              <a:ln>
                <a:noFill/>
              </a:ln>
              <a:uLnTx/>
              <a:uFillTx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182A39-7BAD-F6E7-79C4-9EC872EB9FE4}"/>
              </a:ext>
            </a:extLst>
          </p:cNvPr>
          <p:cNvSpPr txBox="1"/>
          <p:nvPr/>
        </p:nvSpPr>
        <p:spPr>
          <a:xfrm>
            <a:off x="3938826" y="5162136"/>
            <a:ext cx="7462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038987-3F21-6877-70A0-D3B6E7C7FB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29084" y1="60644" x2="41089" y2="60644"/>
                        <a14:foregroundMark x1="33540" y1="57921" x2="31064" y2="53837"/>
                        <a14:foregroundMark x1="29084" y1="56559" x2="52104" y2="53465"/>
                        <a14:foregroundMark x1="52104" y1="53465" x2="50866" y2="36262"/>
                        <a14:foregroundMark x1="50866" y1="36262" x2="44802" y2="49629"/>
                        <a14:foregroundMark x1="44802" y1="49629" x2="54703" y2="38243"/>
                        <a14:foregroundMark x1="54703" y1="38243" x2="39851" y2="59901"/>
                        <a14:foregroundMark x1="39851" y1="59901" x2="60767" y2="57673"/>
                        <a14:foregroundMark x1="60767" y1="57673" x2="47649" y2="55693"/>
                        <a14:foregroundMark x1="47649" y1="55693" x2="47030" y2="35767"/>
                        <a14:foregroundMark x1="47030" y1="35767" x2="58416" y2="45916"/>
                        <a14:foregroundMark x1="58416" y1="45916" x2="58416" y2="60891"/>
                        <a14:foregroundMark x1="58416" y1="60891" x2="71040" y2="54208"/>
                        <a14:foregroundMark x1="71040" y1="54208" x2="48391" y2="65470"/>
                        <a14:foregroundMark x1="48391" y1="65470" x2="36262" y2="57921"/>
                        <a14:foregroundMark x1="36262" y1="57921" x2="46287" y2="59035"/>
                        <a14:foregroundMark x1="69926" y1="56807" x2="44678" y2="38738"/>
                        <a14:foregroundMark x1="44678" y1="38738" x2="44678" y2="44926"/>
                        <a14:foregroundMark x1="68317" y1="57426" x2="68069" y2="58787"/>
                        <a14:foregroundMark x1="71040" y1="59901" x2="71287" y2="636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4393" y="3060653"/>
            <a:ext cx="3455676" cy="34556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2DDB6E-6AAB-F9F8-710E-44D024F6C4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9030" y="1467773"/>
            <a:ext cx="2066402" cy="206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9026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2953A0-BDF7-9F57-8172-EA3712590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15FF890B-3CE7-403A-AECE-2DE04FC7A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99A4E160-6CFD-4514-9E20-CA6692CCD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3DCD16F5-8D15-45FD-BA62-ADAC08183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E7CFAF28-6FDA-4C2C-BE51-123D1115F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1FD12703-0627-4991-B2A4-F96519F908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A5758E0B-DF61-40A8-B765-BC6841906A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3E063A1F-9566-4436-B4E3-2890FBBC2C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68BB432-0789-98F1-FA9C-AD04FA9EAF1D}"/>
              </a:ext>
            </a:extLst>
          </p:cNvPr>
          <p:cNvSpPr txBox="1"/>
          <p:nvPr/>
        </p:nvSpPr>
        <p:spPr>
          <a:xfrm>
            <a:off x="1484311" y="685800"/>
            <a:ext cx="10018713" cy="11853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4000" b="1" dirty="0">
                <a:ln w="3175" cmpd="sng">
                  <a:noFill/>
                </a:ln>
                <a:latin typeface="+mj-lt"/>
                <a:ea typeface="+mj-ea"/>
                <a:cs typeface="+mj-cs"/>
              </a:rPr>
              <a:t>Libraries</a:t>
            </a:r>
          </a:p>
          <a:p>
            <a:pPr lvl="0" algn="ctr">
              <a:spcBef>
                <a:spcPct val="0"/>
              </a:spcBef>
              <a:spcAft>
                <a:spcPts val="600"/>
              </a:spcAft>
              <a:defRPr/>
            </a:pPr>
            <a:endParaRPr kumimoji="0" lang="en-US" sz="4000" b="1" i="0" u="sng" strike="noStrike" spc="0" normalizeH="0" baseline="0" noProof="0" dirty="0">
              <a:ln w="3175" cmpd="sng">
                <a:noFill/>
              </a:ln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0CB7970-53C6-8CFC-47AD-535EA41D5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4311" y="1998133"/>
            <a:ext cx="6855356" cy="379306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altLang="en-US" sz="2000" b="1" dirty="0"/>
              <a:t>3. Matplotlib</a:t>
            </a:r>
            <a:endParaRPr lang="en-US" sz="2000" b="1" dirty="0"/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000" b="1" dirty="0"/>
              <a:t>Visualized</a:t>
            </a:r>
            <a:r>
              <a:rPr lang="en-US" sz="2000" dirty="0"/>
              <a:t> feature distributions using histograms</a:t>
            </a:r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000" dirty="0"/>
              <a:t>Compared </a:t>
            </a:r>
            <a:r>
              <a:rPr lang="en-US" sz="2000" b="1" dirty="0"/>
              <a:t>Pass </a:t>
            </a:r>
            <a:r>
              <a:rPr lang="en-US" sz="2000" dirty="0"/>
              <a:t>vs </a:t>
            </a:r>
            <a:r>
              <a:rPr lang="en-US" sz="2000" b="1" dirty="0"/>
              <a:t>Fail</a:t>
            </a:r>
            <a:r>
              <a:rPr lang="en-US" sz="2000" dirty="0"/>
              <a:t> outcomes visually</a:t>
            </a:r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000" dirty="0"/>
              <a:t>Helped identify trends, patterns, and </a:t>
            </a:r>
            <a:r>
              <a:rPr lang="en-US" sz="2000" b="1" dirty="0"/>
              <a:t>data imbalance</a:t>
            </a:r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000" dirty="0"/>
              <a:t>Supported </a:t>
            </a:r>
            <a:r>
              <a:rPr lang="en-US" sz="2000" b="1" dirty="0"/>
              <a:t>better understanding </a:t>
            </a:r>
            <a:r>
              <a:rPr lang="en-US" sz="2000" dirty="0"/>
              <a:t>of the dataset before modeling</a:t>
            </a:r>
            <a:endParaRPr kumimoji="0" lang="en-US" altLang="en-US" sz="2000" i="0" u="none" strike="noStrike" spc="0" normalizeH="0" baseline="0" noProof="0" dirty="0">
              <a:ln>
                <a:noFill/>
              </a:ln>
              <a:uLnTx/>
              <a:uFillTx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A233A0-025E-EF3B-251E-A6D7F674ED48}"/>
              </a:ext>
            </a:extLst>
          </p:cNvPr>
          <p:cNvSpPr txBox="1"/>
          <p:nvPr/>
        </p:nvSpPr>
        <p:spPr>
          <a:xfrm>
            <a:off x="3938826" y="5162136"/>
            <a:ext cx="7462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21D488-ED13-79EF-79EF-808ED21E55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1806" y="2664619"/>
            <a:ext cx="2420007" cy="2420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272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715FBD-6D6E-CC5F-F212-3B9C01C4C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5FF890B-3CE7-403A-AECE-2DE04FC7A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99A4E160-6CFD-4514-9E20-CA6692CCD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3DCD16F5-8D15-45FD-BA62-ADAC08183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E7CFAF28-6FDA-4C2C-BE51-123D1115F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1FD12703-0627-4991-B2A4-F96519F908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A5758E0B-DF61-40A8-B765-BC6841906A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3E063A1F-9566-4436-B4E3-2890FBBC2C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464FEF9-05AC-EA68-BD14-C3F25F20E73E}"/>
              </a:ext>
            </a:extLst>
          </p:cNvPr>
          <p:cNvSpPr txBox="1"/>
          <p:nvPr/>
        </p:nvSpPr>
        <p:spPr>
          <a:xfrm>
            <a:off x="1484311" y="685800"/>
            <a:ext cx="10018713" cy="11853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4000" b="1" dirty="0">
                <a:ln w="3175" cmpd="sng">
                  <a:noFill/>
                </a:ln>
                <a:latin typeface="+mj-lt"/>
                <a:ea typeface="+mj-ea"/>
                <a:cs typeface="+mj-cs"/>
              </a:rPr>
              <a:t>Libraries</a:t>
            </a:r>
          </a:p>
          <a:p>
            <a:pPr lvl="0" algn="ctr">
              <a:spcBef>
                <a:spcPct val="0"/>
              </a:spcBef>
              <a:spcAft>
                <a:spcPts val="600"/>
              </a:spcAft>
              <a:defRPr/>
            </a:pPr>
            <a:endParaRPr kumimoji="0" lang="en-US" sz="4000" b="1" i="0" u="sng" strike="noStrike" spc="0" normalizeH="0" baseline="0" noProof="0" dirty="0">
              <a:ln w="3175" cmpd="sng">
                <a:noFill/>
              </a:ln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7AD5CAF-4E98-B4D4-3A8A-CD489E412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4311" y="1998133"/>
            <a:ext cx="6855356" cy="379306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altLang="en-US" sz="2000" b="1" dirty="0"/>
              <a:t>4. Scikit-learn</a:t>
            </a:r>
            <a:endParaRPr lang="en-US" sz="2000" b="1" dirty="0"/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000" b="1" dirty="0"/>
              <a:t>Selected</a:t>
            </a:r>
            <a:r>
              <a:rPr lang="en-US" sz="2000" dirty="0"/>
              <a:t> important features using statistical tests</a:t>
            </a:r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000" dirty="0"/>
              <a:t>Scaled features to </a:t>
            </a:r>
            <a:r>
              <a:rPr lang="en-US" sz="2000" b="1" dirty="0"/>
              <a:t>standardize</a:t>
            </a:r>
            <a:r>
              <a:rPr lang="en-US" sz="2000" dirty="0"/>
              <a:t> data before PCA</a:t>
            </a:r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000" dirty="0"/>
              <a:t>Reduced </a:t>
            </a:r>
            <a:r>
              <a:rPr lang="en-US" sz="2000" b="1" dirty="0"/>
              <a:t>dimensionality</a:t>
            </a:r>
            <a:r>
              <a:rPr lang="en-US" sz="2000" dirty="0"/>
              <a:t> using Principal Component Analysis (PCA)</a:t>
            </a:r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000" b="1" dirty="0"/>
              <a:t>Split data </a:t>
            </a:r>
            <a:r>
              <a:rPr lang="en-US" sz="2000" dirty="0"/>
              <a:t>into training and testing sets</a:t>
            </a:r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000" dirty="0"/>
              <a:t>Trained a </a:t>
            </a:r>
            <a:r>
              <a:rPr lang="en-US" sz="2000" b="1" dirty="0"/>
              <a:t>Logistic Regression</a:t>
            </a:r>
            <a:r>
              <a:rPr lang="en-US" sz="2000" dirty="0"/>
              <a:t> classification model</a:t>
            </a:r>
            <a:endParaRPr kumimoji="0" lang="en-US" altLang="en-US" sz="2000" i="0" u="none" strike="noStrike" spc="0" normalizeH="0" baseline="0" noProof="0" dirty="0">
              <a:ln>
                <a:noFill/>
              </a:ln>
              <a:uLnTx/>
              <a:uFillTx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1425FD-AB13-609E-D9E0-B95DCC0EAB67}"/>
              </a:ext>
            </a:extLst>
          </p:cNvPr>
          <p:cNvSpPr txBox="1"/>
          <p:nvPr/>
        </p:nvSpPr>
        <p:spPr>
          <a:xfrm>
            <a:off x="3938826" y="5162136"/>
            <a:ext cx="7462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DB3E5B0-1F02-4DEC-11DD-EF58603B05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905" y="2556933"/>
            <a:ext cx="3805628" cy="205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7619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25EA5-9B78-1C72-B79A-E18E9D64A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9C48AC9-C890-3A3C-CEFA-137A7EE4C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0979" y="2132249"/>
            <a:ext cx="758659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2400" b="1" dirty="0"/>
              <a:t>Preprocessing was still performed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Ensure data consistency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Avoid unexpected errors during modeling</a:t>
            </a: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Verifying missing values and duplicates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Confirming valid ranges for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Handling potential outliers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828C0A-F0B7-18CE-F5C9-20267F1B2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979" y="786989"/>
            <a:ext cx="7023201" cy="107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687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997BA-5ECC-F5E8-276C-9CE1A4F34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F7D3D3-27AC-EC04-F2A8-38617DFCFF90}"/>
              </a:ext>
            </a:extLst>
          </p:cNvPr>
          <p:cNvSpPr txBox="1"/>
          <p:nvPr/>
        </p:nvSpPr>
        <p:spPr>
          <a:xfrm>
            <a:off x="3938826" y="5162136"/>
            <a:ext cx="7462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231BB714-0E3C-5AEC-D586-BAAEA7EA7D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4334" y="1699407"/>
                <a:ext cx="7586593" cy="29763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800" dirty="0"/>
                  <a:t>Created a new feature: </a:t>
                </a:r>
                <a:r>
                  <a:rPr lang="en-US" sz="2800" b="1" dirty="0"/>
                  <a:t>Efficiency</a:t>
                </a:r>
              </a:p>
              <a:p>
                <a:endParaRPr lang="en-US" sz="28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/>
                        <m:t>Efficiency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EG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Previous</m:t>
                          </m:r>
                          <m:r>
                            <m:rPr>
                              <m:nor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Exam</m:t>
                          </m:r>
                          <m:r>
                            <m:rPr>
                              <m:nor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Score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Study</m:t>
                          </m:r>
                          <m:r>
                            <m:rPr>
                              <m:nor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Hours</m:t>
                          </m:r>
                        </m:den>
                      </m:f>
                    </m:oMath>
                  </m:oMathPara>
                </a14:m>
                <a:endParaRPr lang="ar-EG" sz="2800" dirty="0"/>
              </a:p>
              <a:p>
                <a:r>
                  <a:rPr lang="en-US" sz="2800" dirty="0"/>
                  <a:t>To Improves model understanding of student performance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231BB714-0E3C-5AEC-D586-BAAEA7EA7D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84334" y="1699407"/>
                <a:ext cx="7586593" cy="2976328"/>
              </a:xfrm>
              <a:prstGeom prst="rect">
                <a:avLst/>
              </a:prstGeom>
              <a:blipFill>
                <a:blip r:embed="rId2"/>
                <a:stretch>
                  <a:fillRect l="-1606" t="-143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50A775F-10CB-7F4C-54B8-FEAA8AC911C9}"/>
              </a:ext>
            </a:extLst>
          </p:cNvPr>
          <p:cNvSpPr txBox="1"/>
          <p:nvPr/>
        </p:nvSpPr>
        <p:spPr>
          <a:xfrm>
            <a:off x="1574168" y="741757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Feature Engineering</a:t>
            </a:r>
          </a:p>
        </p:txBody>
      </p:sp>
    </p:spTree>
    <p:extLst>
      <p:ext uri="{BB962C8B-B14F-4D97-AF65-F5344CB8AC3E}">
        <p14:creationId xmlns:p14="http://schemas.microsoft.com/office/powerpoint/2010/main" val="2459063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15FF890B-3CE7-403A-AECE-2DE04FC7A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99A4E160-6CFD-4514-9E20-CA6692CCD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3DCD16F5-8D15-45FD-BA62-ADAC08183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E7CFAF28-6FDA-4C2C-BE51-123D1115F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1FD12703-0627-4991-B2A4-F96519F908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A5758E0B-DF61-40A8-B765-BC6841906A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3E063A1F-9566-4436-B4E3-2890FBBC2C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5AA2A6F-28E3-5463-473A-ECC866C6203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761" y="2743199"/>
            <a:ext cx="3047999" cy="304799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739976-42F8-CC1C-CB2A-F7B4DCB751EC}"/>
              </a:ext>
            </a:extLst>
          </p:cNvPr>
          <p:cNvSpPr txBox="1"/>
          <p:nvPr/>
        </p:nvSpPr>
        <p:spPr>
          <a:xfrm>
            <a:off x="5709948" y="2657474"/>
            <a:ext cx="6255910" cy="31242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sz="2000" b="1" dirty="0"/>
              <a:t>Model Training &amp; Evaluation</a:t>
            </a:r>
            <a:endParaRPr lang="en-US" sz="2000" dirty="0"/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000" dirty="0"/>
              <a:t>Logistic Regression was chosen as the classification model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000" dirty="0"/>
              <a:t>Data split into training and testing sets (80% / 20%)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000" dirty="0"/>
              <a:t>Model trained using engineered and selected features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000" dirty="0"/>
              <a:t>Predictions made on unseen test data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000" dirty="0"/>
              <a:t>Results showed effective prediction of student Pass / Fail outcomes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DA8010-2D97-05B6-9D6E-EC1BCC0F6230}"/>
              </a:ext>
            </a:extLst>
          </p:cNvPr>
          <p:cNvSpPr txBox="1"/>
          <p:nvPr/>
        </p:nvSpPr>
        <p:spPr>
          <a:xfrm>
            <a:off x="4468761" y="774414"/>
            <a:ext cx="32544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Model Evaluation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097573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FF05DD-97DB-ABFE-F5C8-8465BB93B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CA40A3D-373D-3DB4-9950-76C1D54B0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8C7944D6-119C-3ED2-F137-AAA67A741F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87D82325-3856-B7BB-4758-8598EC1C4A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96A4C396-0EDC-E29E-608C-830A69A7D0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B95D49EB-E11E-7A92-8E58-B895EF56D8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B520B1EA-F195-54F2-3699-7F46F3691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32" name="Freeform 11">
              <a:extLst>
                <a:ext uri="{FF2B5EF4-FFF2-40B4-BE49-F238E27FC236}">
                  <a16:creationId xmlns:a16="http://schemas.microsoft.com/office/drawing/2014/main" id="{8B4A6C8D-FAF5-86D0-CC33-D3C308A07E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B45B213-B778-9E33-F1B7-6454D1475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4DF1BA2-7E79-C3A7-1E7C-F751397BB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90265" y="-12875"/>
            <a:ext cx="2604396" cy="6890194"/>
            <a:chOff x="2199787" y="-12875"/>
            <a:chExt cx="2679011" cy="6890194"/>
          </a:xfrm>
        </p:grpSpPr>
        <p:sp useBgFill="1">
          <p:nvSpPr>
            <p:cNvPr id="34" name="Rectangle 19">
              <a:extLst>
                <a:ext uri="{FF2B5EF4-FFF2-40B4-BE49-F238E27FC236}">
                  <a16:creationId xmlns:a16="http://schemas.microsoft.com/office/drawing/2014/main" id="{DEC88217-7710-6855-3E3A-95B9B463C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199787" y="-12875"/>
              <a:ext cx="2679011" cy="5301468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  <a:gd name="connsiteX0" fmla="*/ 650979 w 2587151"/>
                <a:gd name="connsiteY0" fmla="*/ 0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650979 w 2587151"/>
                <a:gd name="connsiteY4" fmla="*/ 0 h 2554287"/>
                <a:gd name="connsiteX0" fmla="*/ 730379 w 2587151"/>
                <a:gd name="connsiteY0" fmla="*/ 5692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730379 w 2587151"/>
                <a:gd name="connsiteY4" fmla="*/ 5692 h 2554287"/>
                <a:gd name="connsiteX0" fmla="*/ 864750 w 2587151"/>
                <a:gd name="connsiteY0" fmla="*/ 2847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64750 w 2587151"/>
                <a:gd name="connsiteY4" fmla="*/ 2847 h 2554287"/>
                <a:gd name="connsiteX0" fmla="*/ 883073 w 2587151"/>
                <a:gd name="connsiteY0" fmla="*/ 1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83073 w 2587151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5750 h 2565670"/>
                <a:gd name="connsiteX4" fmla="*/ 895288 w 2611581"/>
                <a:gd name="connsiteY4" fmla="*/ 1 h 2565670"/>
                <a:gd name="connsiteX0" fmla="*/ 1544433 w 3260726"/>
                <a:gd name="connsiteY0" fmla="*/ 1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1544433 w 3260726"/>
                <a:gd name="connsiteY4" fmla="*/ 1 h 2565670"/>
                <a:gd name="connsiteX0" fmla="*/ 921784 w 3260726"/>
                <a:gd name="connsiteY0" fmla="*/ 12347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3260726"/>
                <a:gd name="connsiteY0" fmla="*/ 12347 h 2565670"/>
                <a:gd name="connsiteX1" fmla="*/ 2321160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2322228"/>
                <a:gd name="connsiteY0" fmla="*/ 12347 h 2565670"/>
                <a:gd name="connsiteX1" fmla="*/ 2321160 w 2322228"/>
                <a:gd name="connsiteY1" fmla="*/ 0 h 2565670"/>
                <a:gd name="connsiteX2" fmla="*/ 2320129 w 2322228"/>
                <a:gd name="connsiteY2" fmla="*/ 2565670 h 2565670"/>
                <a:gd name="connsiteX3" fmla="*/ 0 w 2322228"/>
                <a:gd name="connsiteY3" fmla="*/ 2521058 h 2565670"/>
                <a:gd name="connsiteX4" fmla="*/ 921784 w 2322228"/>
                <a:gd name="connsiteY4" fmla="*/ 12347 h 2565670"/>
                <a:gd name="connsiteX0" fmla="*/ 921784 w 2322228"/>
                <a:gd name="connsiteY0" fmla="*/ 0 h 2571841"/>
                <a:gd name="connsiteX1" fmla="*/ 2321160 w 2322228"/>
                <a:gd name="connsiteY1" fmla="*/ 6171 h 2571841"/>
                <a:gd name="connsiteX2" fmla="*/ 2320129 w 2322228"/>
                <a:gd name="connsiteY2" fmla="*/ 2571841 h 2571841"/>
                <a:gd name="connsiteX3" fmla="*/ 0 w 2322228"/>
                <a:gd name="connsiteY3" fmla="*/ 2527229 h 2571841"/>
                <a:gd name="connsiteX4" fmla="*/ 921784 w 2322228"/>
                <a:gd name="connsiteY4" fmla="*/ 0 h 2571841"/>
                <a:gd name="connsiteX0" fmla="*/ 921784 w 2611583"/>
                <a:gd name="connsiteY0" fmla="*/ 0 h 2540977"/>
                <a:gd name="connsiteX1" fmla="*/ 2321160 w 2611583"/>
                <a:gd name="connsiteY1" fmla="*/ 6171 h 2540977"/>
                <a:gd name="connsiteX2" fmla="*/ 2611583 w 2611583"/>
                <a:gd name="connsiteY2" fmla="*/ 2540977 h 2540977"/>
                <a:gd name="connsiteX3" fmla="*/ 0 w 2611583"/>
                <a:gd name="connsiteY3" fmla="*/ 2527229 h 2540977"/>
                <a:gd name="connsiteX4" fmla="*/ 921784 w 2611583"/>
                <a:gd name="connsiteY4" fmla="*/ 0 h 2540977"/>
                <a:gd name="connsiteX0" fmla="*/ 921784 w 2611583"/>
                <a:gd name="connsiteY0" fmla="*/ 2 h 2540979"/>
                <a:gd name="connsiteX1" fmla="*/ 2572870 w 2611583"/>
                <a:gd name="connsiteY1" fmla="*/ 0 h 2540979"/>
                <a:gd name="connsiteX2" fmla="*/ 2611583 w 2611583"/>
                <a:gd name="connsiteY2" fmla="*/ 2540979 h 2540979"/>
                <a:gd name="connsiteX3" fmla="*/ 0 w 2611583"/>
                <a:gd name="connsiteY3" fmla="*/ 2527231 h 2540979"/>
                <a:gd name="connsiteX4" fmla="*/ 921784 w 2611583"/>
                <a:gd name="connsiteY4" fmla="*/ 2 h 2540979"/>
                <a:gd name="connsiteX0" fmla="*/ 921784 w 2705467"/>
                <a:gd name="connsiteY0" fmla="*/ 0 h 2540977"/>
                <a:gd name="connsiteX1" fmla="*/ 2705349 w 2705467"/>
                <a:gd name="connsiteY1" fmla="*/ 6171 h 2540977"/>
                <a:gd name="connsiteX2" fmla="*/ 2611583 w 2705467"/>
                <a:gd name="connsiteY2" fmla="*/ 2540977 h 2540977"/>
                <a:gd name="connsiteX3" fmla="*/ 0 w 2705467"/>
                <a:gd name="connsiteY3" fmla="*/ 2527229 h 2540977"/>
                <a:gd name="connsiteX4" fmla="*/ 921784 w 2705467"/>
                <a:gd name="connsiteY4" fmla="*/ 0 h 2540977"/>
                <a:gd name="connsiteX0" fmla="*/ 921784 w 2718702"/>
                <a:gd name="connsiteY0" fmla="*/ 2 h 2540979"/>
                <a:gd name="connsiteX1" fmla="*/ 2718597 w 2718702"/>
                <a:gd name="connsiteY1" fmla="*/ 0 h 2540979"/>
                <a:gd name="connsiteX2" fmla="*/ 2611583 w 2718702"/>
                <a:gd name="connsiteY2" fmla="*/ 2540979 h 2540979"/>
                <a:gd name="connsiteX3" fmla="*/ 0 w 2718702"/>
                <a:gd name="connsiteY3" fmla="*/ 2527231 h 2540979"/>
                <a:gd name="connsiteX4" fmla="*/ 921784 w 2718702"/>
                <a:gd name="connsiteY4" fmla="*/ 2 h 2540979"/>
                <a:gd name="connsiteX0" fmla="*/ 921784 w 2679012"/>
                <a:gd name="connsiteY0" fmla="*/ 0 h 2540977"/>
                <a:gd name="connsiteX1" fmla="*/ 2678853 w 2679012"/>
                <a:gd name="connsiteY1" fmla="*/ 6171 h 2540977"/>
                <a:gd name="connsiteX2" fmla="*/ 2611583 w 2679012"/>
                <a:gd name="connsiteY2" fmla="*/ 2540977 h 2540977"/>
                <a:gd name="connsiteX3" fmla="*/ 0 w 2679012"/>
                <a:gd name="connsiteY3" fmla="*/ 2527229 h 2540977"/>
                <a:gd name="connsiteX4" fmla="*/ 921784 w 2679012"/>
                <a:gd name="connsiteY4" fmla="*/ 0 h 2540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9012" h="2540977">
                  <a:moveTo>
                    <a:pt x="921784" y="0"/>
                  </a:moveTo>
                  <a:lnTo>
                    <a:pt x="2678853" y="6171"/>
                  </a:lnTo>
                  <a:cubicBezTo>
                    <a:pt x="2682925" y="861394"/>
                    <a:pt x="2607511" y="1685754"/>
                    <a:pt x="2611583" y="2540977"/>
                  </a:cubicBezTo>
                  <a:lnTo>
                    <a:pt x="0" y="2527229"/>
                  </a:lnTo>
                  <a:lnTo>
                    <a:pt x="921784" y="0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14598" r="-265621" b="-28686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 useBgFill="1">
          <p:nvSpPr>
            <p:cNvPr id="21" name="Rectangle 20">
              <a:extLst>
                <a:ext uri="{FF2B5EF4-FFF2-40B4-BE49-F238E27FC236}">
                  <a16:creationId xmlns:a16="http://schemas.microsoft.com/office/drawing/2014/main" id="{0C3C664B-B8A3-2331-5C74-E1731E763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211875" y="5257482"/>
              <a:ext cx="2586931" cy="1619837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81054 w 2720934"/>
                <a:gd name="connsiteY3" fmla="*/ 3638695 h 4303713"/>
                <a:gd name="connsiteX4" fmla="*/ 0 w 2720934"/>
                <a:gd name="connsiteY4" fmla="*/ 268283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64231 w 2720934"/>
                <a:gd name="connsiteY3" fmla="*/ 3717600 h 4303713"/>
                <a:gd name="connsiteX4" fmla="*/ 0 w 2720934"/>
                <a:gd name="connsiteY4" fmla="*/ 268283 h 4303713"/>
                <a:gd name="connsiteX0" fmla="*/ 0 w 2720934"/>
                <a:gd name="connsiteY0" fmla="*/ 268283 h 4335275"/>
                <a:gd name="connsiteX1" fmla="*/ 2720934 w 2720934"/>
                <a:gd name="connsiteY1" fmla="*/ 0 h 4335275"/>
                <a:gd name="connsiteX2" fmla="*/ 2653639 w 2720934"/>
                <a:gd name="connsiteY2" fmla="*/ 4335275 h 4335275"/>
                <a:gd name="connsiteX3" fmla="*/ 2264231 w 2720934"/>
                <a:gd name="connsiteY3" fmla="*/ 3717600 h 4335275"/>
                <a:gd name="connsiteX4" fmla="*/ 0 w 2720934"/>
                <a:gd name="connsiteY4" fmla="*/ 268283 h 4335275"/>
                <a:gd name="connsiteX0" fmla="*/ 0 w 2737757"/>
                <a:gd name="connsiteY0" fmla="*/ 236721 h 4335275"/>
                <a:gd name="connsiteX1" fmla="*/ 2737757 w 2737757"/>
                <a:gd name="connsiteY1" fmla="*/ 0 h 4335275"/>
                <a:gd name="connsiteX2" fmla="*/ 2670462 w 2737757"/>
                <a:gd name="connsiteY2" fmla="*/ 4335275 h 4335275"/>
                <a:gd name="connsiteX3" fmla="*/ 2281054 w 2737757"/>
                <a:gd name="connsiteY3" fmla="*/ 3717600 h 4335275"/>
                <a:gd name="connsiteX4" fmla="*/ 0 w 2737757"/>
                <a:gd name="connsiteY4" fmla="*/ 236721 h 4335275"/>
                <a:gd name="connsiteX0" fmla="*/ 0 w 2729346"/>
                <a:gd name="connsiteY0" fmla="*/ 0 h 4098554"/>
                <a:gd name="connsiteX1" fmla="*/ 2729346 w 2729346"/>
                <a:gd name="connsiteY1" fmla="*/ 126250 h 4098554"/>
                <a:gd name="connsiteX2" fmla="*/ 2670462 w 2729346"/>
                <a:gd name="connsiteY2" fmla="*/ 4098554 h 4098554"/>
                <a:gd name="connsiteX3" fmla="*/ 2281054 w 2729346"/>
                <a:gd name="connsiteY3" fmla="*/ 3480879 h 4098554"/>
                <a:gd name="connsiteX4" fmla="*/ 0 w 2729346"/>
                <a:gd name="connsiteY4" fmla="*/ 0 h 4098554"/>
                <a:gd name="connsiteX0" fmla="*/ 0 w 2720934"/>
                <a:gd name="connsiteY0" fmla="*/ 0 h 4098554"/>
                <a:gd name="connsiteX1" fmla="*/ 2720934 w 2720934"/>
                <a:gd name="connsiteY1" fmla="*/ 31562 h 4098554"/>
                <a:gd name="connsiteX2" fmla="*/ 2670462 w 2720934"/>
                <a:gd name="connsiteY2" fmla="*/ 4098554 h 4098554"/>
                <a:gd name="connsiteX3" fmla="*/ 2281054 w 2720934"/>
                <a:gd name="connsiteY3" fmla="*/ 3480879 h 4098554"/>
                <a:gd name="connsiteX4" fmla="*/ 0 w 2720934"/>
                <a:gd name="connsiteY4" fmla="*/ 0 h 4098554"/>
                <a:gd name="connsiteX0" fmla="*/ 0 w 2720934"/>
                <a:gd name="connsiteY0" fmla="*/ 15782 h 4114336"/>
                <a:gd name="connsiteX1" fmla="*/ 2720934 w 2720934"/>
                <a:gd name="connsiteY1" fmla="*/ 0 h 4114336"/>
                <a:gd name="connsiteX2" fmla="*/ 2670462 w 2720934"/>
                <a:gd name="connsiteY2" fmla="*/ 4114336 h 4114336"/>
                <a:gd name="connsiteX3" fmla="*/ 2281054 w 2720934"/>
                <a:gd name="connsiteY3" fmla="*/ 3496661 h 4114336"/>
                <a:gd name="connsiteX4" fmla="*/ 0 w 2720934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80409 w 2820289"/>
                <a:gd name="connsiteY3" fmla="*/ 3496661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3972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3721149"/>
                <a:gd name="connsiteY0" fmla="*/ 0 h 4269703"/>
                <a:gd name="connsiteX1" fmla="*/ 3721149 w 3721149"/>
                <a:gd name="connsiteY1" fmla="*/ 155367 h 4269703"/>
                <a:gd name="connsiteX2" fmla="*/ 3664832 w 3721149"/>
                <a:gd name="connsiteY2" fmla="*/ 4269703 h 4269703"/>
                <a:gd name="connsiteX3" fmla="*/ 3263736 w 3721149"/>
                <a:gd name="connsiteY3" fmla="*/ 3673347 h 4269703"/>
                <a:gd name="connsiteX4" fmla="*/ 0 w 3721149"/>
                <a:gd name="connsiteY4" fmla="*/ 0 h 4269703"/>
                <a:gd name="connsiteX0" fmla="*/ 0 w 3721149"/>
                <a:gd name="connsiteY0" fmla="*/ 0 h 4289488"/>
                <a:gd name="connsiteX1" fmla="*/ 3721149 w 3721149"/>
                <a:gd name="connsiteY1" fmla="*/ 155367 h 4289488"/>
                <a:gd name="connsiteX2" fmla="*/ 3664832 w 3721149"/>
                <a:gd name="connsiteY2" fmla="*/ 4269703 h 4289488"/>
                <a:gd name="connsiteX3" fmla="*/ 1705997 w 3721149"/>
                <a:gd name="connsiteY3" fmla="*/ 4289488 h 4289488"/>
                <a:gd name="connsiteX4" fmla="*/ 0 w 3721149"/>
                <a:gd name="connsiteY4" fmla="*/ 0 h 4289488"/>
                <a:gd name="connsiteX0" fmla="*/ 0 w 3664846"/>
                <a:gd name="connsiteY0" fmla="*/ 15785 h 4305273"/>
                <a:gd name="connsiteX1" fmla="*/ 3664846 w 3664846"/>
                <a:gd name="connsiteY1" fmla="*/ 0 h 4305273"/>
                <a:gd name="connsiteX2" fmla="*/ 3664832 w 3664846"/>
                <a:gd name="connsiteY2" fmla="*/ 4285488 h 4305273"/>
                <a:gd name="connsiteX3" fmla="*/ 1705997 w 3664846"/>
                <a:gd name="connsiteY3" fmla="*/ 4305273 h 4305273"/>
                <a:gd name="connsiteX4" fmla="*/ 0 w 3664846"/>
                <a:gd name="connsiteY4" fmla="*/ 15785 h 4305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4846" h="4305273">
                  <a:moveTo>
                    <a:pt x="0" y="15785"/>
                  </a:moveTo>
                  <a:lnTo>
                    <a:pt x="3664846" y="0"/>
                  </a:lnTo>
                  <a:cubicBezTo>
                    <a:pt x="3664841" y="1428496"/>
                    <a:pt x="3664837" y="2856992"/>
                    <a:pt x="3664832" y="4285488"/>
                  </a:cubicBezTo>
                  <a:lnTo>
                    <a:pt x="1705997" y="4305273"/>
                  </a:lnTo>
                  <a:lnTo>
                    <a:pt x="0" y="15785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63116" t="-323529" r="-398251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197A8C5-DAC0-8BBA-387C-C00F493CE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60612" y="0"/>
            <a:ext cx="2436813" cy="6858001"/>
            <a:chOff x="1320800" y="0"/>
            <a:chExt cx="2436813" cy="6858001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20DBCF1A-616B-1DBD-8495-2175EDAAB8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E618B5B3-4C79-F58F-8DCA-0AD3C78FE1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91AA7539-5F7B-210E-36C3-47A8DFB54A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92CE1EFD-8227-DCB9-A8ED-66C29C9FF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9B1D9BDF-823C-140E-E0F7-1AAB420BD6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AA49F97F-BB47-8481-0ED3-21E14BC94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6A0ADDD6-7B35-A645-E876-B8FEDC112B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87" r="33187"/>
          <a:stretch/>
        </p:blipFill>
        <p:spPr>
          <a:xfrm>
            <a:off x="20" y="10"/>
            <a:ext cx="3459143" cy="6857990"/>
          </a:xfrm>
          <a:custGeom>
            <a:avLst/>
            <a:gdLst/>
            <a:ahLst/>
            <a:cxnLst/>
            <a:rect l="l" t="t" r="r" b="b"/>
            <a:pathLst>
              <a:path w="3458633" h="6858000">
                <a:moveTo>
                  <a:pt x="0" y="0"/>
                </a:moveTo>
                <a:lnTo>
                  <a:pt x="3174999" y="0"/>
                </a:lnTo>
                <a:lnTo>
                  <a:pt x="2294466" y="5223932"/>
                </a:lnTo>
                <a:lnTo>
                  <a:pt x="3458633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CF4917-768E-FC89-2730-1A55F04A773E}"/>
              </a:ext>
            </a:extLst>
          </p:cNvPr>
          <p:cNvSpPr txBox="1"/>
          <p:nvPr/>
        </p:nvSpPr>
        <p:spPr>
          <a:xfrm>
            <a:off x="3609478" y="1544107"/>
            <a:ext cx="8582502" cy="3742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2400" b="1" dirty="0">
                <a:solidFill>
                  <a:prstClr val="black"/>
                </a:solidFill>
              </a:rPr>
              <a:t>Results: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</a:rPr>
              <a:t>Model achieved good classification accuracy</a:t>
            </a:r>
          </a:p>
          <a:p>
            <a:pPr lvl="0"/>
            <a:r>
              <a:rPr lang="en-US" sz="2400" b="1" dirty="0">
                <a:solidFill>
                  <a:prstClr val="black"/>
                </a:solidFill>
              </a:rPr>
              <a:t>Visualizations showed: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</a:rPr>
              <a:t>Clear separation between Pass / Fail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</a:rPr>
              <a:t>Strong relationship between exam score and outcome</a:t>
            </a:r>
          </a:p>
          <a:p>
            <a:pPr lvl="0"/>
            <a:r>
              <a:rPr lang="en-US" sz="2400" b="1" dirty="0">
                <a:solidFill>
                  <a:prstClr val="black"/>
                </a:solidFill>
              </a:rPr>
              <a:t>Feature engineering:</a:t>
            </a:r>
          </a:p>
          <a:p>
            <a:pPr lvl="0"/>
            <a:r>
              <a:rPr lang="en-US" sz="2400" b="1" dirty="0">
                <a:solidFill>
                  <a:prstClr val="black"/>
                </a:solidFill>
              </a:rPr>
              <a:t> </a:t>
            </a:r>
            <a:r>
              <a:rPr lang="en-US" sz="2400" dirty="0">
                <a:solidFill>
                  <a:prstClr val="black"/>
                </a:solidFill>
              </a:rPr>
              <a:t>improved model performance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013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5F57A1-D38F-719A-542D-684C579A53CA}"/>
              </a:ext>
            </a:extLst>
          </p:cNvPr>
          <p:cNvSpPr txBox="1"/>
          <p:nvPr/>
        </p:nvSpPr>
        <p:spPr>
          <a:xfrm>
            <a:off x="4695776" y="2718534"/>
            <a:ext cx="28004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/>
              <a:t>Thank You</a:t>
            </a:r>
            <a:endParaRPr lang="en-US" sz="4800" dirty="0"/>
          </a:p>
        </p:txBody>
      </p:sp>
      <p:pic>
        <p:nvPicPr>
          <p:cNvPr id="3" name="Picture 2" descr="A black background with grey and blue text&#10;&#10;AI-generated content may be incorrect.">
            <a:extLst>
              <a:ext uri="{FF2B5EF4-FFF2-40B4-BE49-F238E27FC236}">
                <a16:creationId xmlns:a16="http://schemas.microsoft.com/office/drawing/2014/main" id="{B4D6AAA6-CDCA-D466-79DE-ABB141D139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978" y="356356"/>
            <a:ext cx="2184400" cy="53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0625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337</TotalTime>
  <Words>463</Words>
  <Application>Microsoft Office PowerPoint</Application>
  <PresentationFormat>Widescreen</PresentationFormat>
  <Paragraphs>89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Cambria Math</vt:lpstr>
      <vt:lpstr>Corbel</vt:lpstr>
      <vt:lpstr>Parallax</vt:lpstr>
      <vt:lpstr>Student Exam Performance Prediction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Firas Keshta</dc:creator>
  <cp:lastModifiedBy>Firas Keshta</cp:lastModifiedBy>
  <cp:revision>2</cp:revision>
  <dcterms:created xsi:type="dcterms:W3CDTF">2025-05-19T21:07:03Z</dcterms:created>
  <dcterms:modified xsi:type="dcterms:W3CDTF">2025-12-21T23:19:17Z</dcterms:modified>
</cp:coreProperties>
</file>